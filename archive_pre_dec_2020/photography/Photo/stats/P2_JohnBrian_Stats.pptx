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831DC8-52D7-4BD8-9350-F8E4EEBBF5A1}">
  <a:tblStyle styleId="{C1831DC8-52D7-4BD8-9350-F8E4EEBBF5A1}" styleName="Table_0"/>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snapToGrid="0" snapToObjects="1">
      <p:cViewPr varScale="1">
        <p:scale>
          <a:sx n="124" d="100"/>
          <a:sy n="124" d="100"/>
        </p:scale>
        <p:origin x="182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Shape 6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5" name="Shape 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0" name="Shape 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John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2" name="Shape 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a:t>John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 name="Shape 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John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8" name="Shape 8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Brian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Shape 9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4" name="Shape 9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Brian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Shape 1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4" name="Shape 10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Brian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0" name="Shape 1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
              <a:t>Brian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Shape 11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7" name="Shape 117"/>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Shape 12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4" name="Shape 12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Shape 13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2" name="Shape 13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Shape 13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8" name="Shape 13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Shape 14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4" name="Shape 14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Shape 15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1" name="Shape 15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Shape 15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8" name="Shape 15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Shape 16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6" name="Shape 16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Shape 17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2" name="Shape 17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Shape 17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8" name="Shape 17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Shape 18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4" name="Shape 18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Shape 1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0" name="Shape 19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p:nvPr/>
        </p:nvSpPr>
        <p:spPr>
          <a:xfrm flipH="1">
            <a:off x="8246400" y="5661233"/>
            <a:ext cx="897600" cy="1196700"/>
          </a:xfrm>
          <a:prstGeom prst="rtTriangle">
            <a:avLst/>
          </a:prstGeom>
          <a:solidFill>
            <a:schemeClr val="lt1"/>
          </a:solidFill>
          <a:ln>
            <a:noFill/>
          </a:ln>
        </p:spPr>
        <p:txBody>
          <a:bodyPr lIns="91425" tIns="91425" rIns="91425" bIns="91425" anchor="ctr" anchorCtr="0">
            <a:noAutofit/>
          </a:bodyPr>
          <a:lstStyle/>
          <a:p>
            <a:pPr lvl="0">
              <a:spcBef>
                <a:spcPts val="0"/>
              </a:spcBef>
              <a:buNone/>
            </a:pPr>
            <a:endParaRPr/>
          </a:p>
        </p:txBody>
      </p:sp>
      <p:sp>
        <p:nvSpPr>
          <p:cNvPr id="11" name="Shape 11"/>
          <p:cNvSpPr/>
          <p:nvPr/>
        </p:nvSpPr>
        <p:spPr>
          <a:xfrm flipH="1">
            <a:off x="8246400" y="5661166"/>
            <a:ext cx="897600" cy="1196700"/>
          </a:xfrm>
          <a:prstGeom prst="round1Rect">
            <a:avLst>
              <a:gd name="adj" fmla="val 16667"/>
            </a:avLst>
          </a:prstGeom>
          <a:solidFill>
            <a:schemeClr val="lt1">
              <a:alpha val="68080"/>
            </a:schemeClr>
          </a:solidFill>
          <a:ln>
            <a:noFill/>
          </a:ln>
        </p:spPr>
        <p:txBody>
          <a:bodyPr lIns="91425" tIns="91425" rIns="91425" bIns="91425" anchor="ctr" anchorCtr="0">
            <a:noAutofit/>
          </a:bodyPr>
          <a:lstStyle/>
          <a:p>
            <a:pPr lvl="0">
              <a:spcBef>
                <a:spcPts val="0"/>
              </a:spcBef>
              <a:buNone/>
            </a:pPr>
            <a:endParaRPr/>
          </a:p>
        </p:txBody>
      </p:sp>
      <p:sp>
        <p:nvSpPr>
          <p:cNvPr id="12" name="Shape 12"/>
          <p:cNvSpPr txBox="1">
            <a:spLocks noGrp="1"/>
          </p:cNvSpPr>
          <p:nvPr>
            <p:ph type="ctrTitle"/>
          </p:nvPr>
        </p:nvSpPr>
        <p:spPr>
          <a:xfrm>
            <a:off x="390525" y="2425700"/>
            <a:ext cx="8222100" cy="1244700"/>
          </a:xfrm>
          <a:prstGeom prst="rect">
            <a:avLst/>
          </a:prstGeom>
        </p:spPr>
        <p:txBody>
          <a:bodyPr lIns="91425" tIns="91425" rIns="91425" bIns="91425" anchor="b" anchorCtr="0"/>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a:endParaRPr/>
          </a:p>
        </p:txBody>
      </p:sp>
      <p:sp>
        <p:nvSpPr>
          <p:cNvPr id="13" name="Shape 13"/>
          <p:cNvSpPr txBox="1">
            <a:spLocks noGrp="1"/>
          </p:cNvSpPr>
          <p:nvPr>
            <p:ph type="subTitle" idx="1"/>
          </p:nvPr>
        </p:nvSpPr>
        <p:spPr>
          <a:xfrm>
            <a:off x="390525" y="3718840"/>
            <a:ext cx="8222100" cy="577200"/>
          </a:xfrm>
          <a:prstGeom prst="rect">
            <a:avLst/>
          </a:prstGeom>
        </p:spPr>
        <p:txBody>
          <a:bodyPr lIns="91425" tIns="91425" rIns="91425" bIns="91425" anchor="t" anchorCtr="0"/>
          <a:lstStyle>
            <a:lvl1pPr lvl="0">
              <a:lnSpc>
                <a:spcPct val="100000"/>
              </a:lnSpc>
              <a:spcBef>
                <a:spcPts val="0"/>
              </a:spcBef>
              <a:spcAft>
                <a:spcPts val="0"/>
              </a:spcAft>
              <a:buClr>
                <a:schemeClr val="lt1"/>
              </a:buClr>
              <a:buNone/>
              <a:defRPr>
                <a:solidFill>
                  <a:schemeClr val="lt1"/>
                </a:solidFill>
              </a:defRPr>
            </a:lvl1pPr>
            <a:lvl2pPr lvl="1">
              <a:lnSpc>
                <a:spcPct val="100000"/>
              </a:lnSpc>
              <a:spcBef>
                <a:spcPts val="0"/>
              </a:spcBef>
              <a:spcAft>
                <a:spcPts val="0"/>
              </a:spcAft>
              <a:buClr>
                <a:schemeClr val="lt1"/>
              </a:buClr>
              <a:buSzPct val="100000"/>
              <a:buNone/>
              <a:defRPr sz="1800">
                <a:solidFill>
                  <a:schemeClr val="lt1"/>
                </a:solidFill>
              </a:defRPr>
            </a:lvl2pPr>
            <a:lvl3pPr lvl="2">
              <a:lnSpc>
                <a:spcPct val="100000"/>
              </a:lnSpc>
              <a:spcBef>
                <a:spcPts val="0"/>
              </a:spcBef>
              <a:spcAft>
                <a:spcPts val="0"/>
              </a:spcAft>
              <a:buClr>
                <a:schemeClr val="lt1"/>
              </a:buClr>
              <a:buSzPct val="100000"/>
              <a:buNone/>
              <a:defRPr sz="1800">
                <a:solidFill>
                  <a:schemeClr val="lt1"/>
                </a:solidFill>
              </a:defRPr>
            </a:lvl3pPr>
            <a:lvl4pPr lvl="3">
              <a:lnSpc>
                <a:spcPct val="100000"/>
              </a:lnSpc>
              <a:spcBef>
                <a:spcPts val="0"/>
              </a:spcBef>
              <a:spcAft>
                <a:spcPts val="0"/>
              </a:spcAft>
              <a:buClr>
                <a:schemeClr val="lt1"/>
              </a:buClr>
              <a:buSzPct val="100000"/>
              <a:buNone/>
              <a:defRPr sz="1800">
                <a:solidFill>
                  <a:schemeClr val="lt1"/>
                </a:solidFill>
              </a:defRPr>
            </a:lvl4pPr>
            <a:lvl5pPr lvl="4">
              <a:lnSpc>
                <a:spcPct val="100000"/>
              </a:lnSpc>
              <a:spcBef>
                <a:spcPts val="0"/>
              </a:spcBef>
              <a:spcAft>
                <a:spcPts val="0"/>
              </a:spcAft>
              <a:buClr>
                <a:schemeClr val="lt1"/>
              </a:buClr>
              <a:buSzPct val="100000"/>
              <a:buNone/>
              <a:defRPr sz="1800">
                <a:solidFill>
                  <a:schemeClr val="lt1"/>
                </a:solidFill>
              </a:defRPr>
            </a:lvl5pPr>
            <a:lvl6pPr lvl="5">
              <a:lnSpc>
                <a:spcPct val="100000"/>
              </a:lnSpc>
              <a:spcBef>
                <a:spcPts val="0"/>
              </a:spcBef>
              <a:spcAft>
                <a:spcPts val="0"/>
              </a:spcAft>
              <a:buClr>
                <a:schemeClr val="lt1"/>
              </a:buClr>
              <a:buSzPct val="100000"/>
              <a:buNone/>
              <a:defRPr sz="1800">
                <a:solidFill>
                  <a:schemeClr val="lt1"/>
                </a:solidFill>
              </a:defRPr>
            </a:lvl6pPr>
            <a:lvl7pPr lvl="6">
              <a:lnSpc>
                <a:spcPct val="100000"/>
              </a:lnSpc>
              <a:spcBef>
                <a:spcPts val="0"/>
              </a:spcBef>
              <a:spcAft>
                <a:spcPts val="0"/>
              </a:spcAft>
              <a:buClr>
                <a:schemeClr val="lt1"/>
              </a:buClr>
              <a:buSzPct val="100000"/>
              <a:buNone/>
              <a:defRPr sz="1800">
                <a:solidFill>
                  <a:schemeClr val="lt1"/>
                </a:solidFill>
              </a:defRPr>
            </a:lvl7pPr>
            <a:lvl8pPr lvl="7">
              <a:lnSpc>
                <a:spcPct val="100000"/>
              </a:lnSpc>
              <a:spcBef>
                <a:spcPts val="0"/>
              </a:spcBef>
              <a:spcAft>
                <a:spcPts val="0"/>
              </a:spcAft>
              <a:buClr>
                <a:schemeClr val="lt1"/>
              </a:buClr>
              <a:buSzPct val="100000"/>
              <a:buNone/>
              <a:defRPr sz="1800">
                <a:solidFill>
                  <a:schemeClr val="lt1"/>
                </a:solidFill>
              </a:defRPr>
            </a:lvl8pPr>
            <a:lvl9pPr lvl="8">
              <a:lnSpc>
                <a:spcPct val="100000"/>
              </a:lnSpc>
              <a:spcBef>
                <a:spcPts val="0"/>
              </a:spcBef>
              <a:spcAft>
                <a:spcPts val="0"/>
              </a:spcAft>
              <a:buClr>
                <a:schemeClr val="lt1"/>
              </a:buClr>
              <a:buSzPct val="100000"/>
              <a:buNone/>
              <a:defRPr sz="1800">
                <a:solidFill>
                  <a:schemeClr val="lt1"/>
                </a:solidFill>
              </a:defRPr>
            </a:lvl9pPr>
          </a:lstStyle>
          <a:p>
            <a:endParaRPr/>
          </a:p>
        </p:txBody>
      </p:sp>
      <p:sp>
        <p:nvSpPr>
          <p:cNvPr id="14" name="Shape 14"/>
          <p:cNvSpPr txBox="1">
            <a:spLocks noGrp="1"/>
          </p:cNvSpPr>
          <p:nvPr>
            <p:ph type="sldNum" idx="12"/>
          </p:nvPr>
        </p:nvSpPr>
        <p:spPr>
          <a:xfrm>
            <a:off x="8523541" y="6260830"/>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5"/>
        <p:cNvGrpSpPr/>
        <p:nvPr/>
      </p:nvGrpSpPr>
      <p:grpSpPr>
        <a:xfrm>
          <a:off x="0" y="0"/>
          <a:ext cx="0" cy="0"/>
          <a:chOff x="0" y="0"/>
          <a:chExt cx="0" cy="0"/>
        </a:xfrm>
      </p:grpSpPr>
      <p:sp>
        <p:nvSpPr>
          <p:cNvPr id="16" name="Shape 16"/>
          <p:cNvSpPr txBox="1">
            <a:spLocks noGrp="1"/>
          </p:cNvSpPr>
          <p:nvPr>
            <p:ph type="title"/>
          </p:nvPr>
        </p:nvSpPr>
        <p:spPr>
          <a:xfrm>
            <a:off x="460950" y="2753800"/>
            <a:ext cx="8222100" cy="1350300"/>
          </a:xfrm>
          <a:prstGeom prst="rect">
            <a:avLst/>
          </a:prstGeom>
        </p:spPr>
        <p:txBody>
          <a:bodyPr lIns="91425" tIns="91425" rIns="91425" bIns="91425" anchor="ctr" anchorCtr="0"/>
          <a:lstStyle>
            <a:lvl1pPr lvl="0">
              <a:spcBef>
                <a:spcPts val="0"/>
              </a:spcBef>
              <a:buSzPct val="100000"/>
              <a:defRPr sz="4200"/>
            </a:lvl1pPr>
            <a:lvl2pPr lvl="1">
              <a:spcBef>
                <a:spcPts val="0"/>
              </a:spcBef>
              <a:buSzPct val="100000"/>
              <a:defRPr sz="4200"/>
            </a:lvl2pPr>
            <a:lvl3pPr lvl="2">
              <a:spcBef>
                <a:spcPts val="0"/>
              </a:spcBef>
              <a:buSzPct val="100000"/>
              <a:defRPr sz="4200"/>
            </a:lvl3pPr>
            <a:lvl4pPr lvl="3">
              <a:spcBef>
                <a:spcPts val="0"/>
              </a:spcBef>
              <a:buSzPct val="100000"/>
              <a:defRPr sz="4200"/>
            </a:lvl4pPr>
            <a:lvl5pPr lvl="4">
              <a:spcBef>
                <a:spcPts val="0"/>
              </a:spcBef>
              <a:buSzPct val="100000"/>
              <a:defRPr sz="4200"/>
            </a:lvl5pPr>
            <a:lvl6pPr lvl="5">
              <a:spcBef>
                <a:spcPts val="0"/>
              </a:spcBef>
              <a:buSzPct val="100000"/>
              <a:defRPr sz="4200"/>
            </a:lvl6pPr>
            <a:lvl7pPr lvl="6">
              <a:spcBef>
                <a:spcPts val="0"/>
              </a:spcBef>
              <a:buSzPct val="100000"/>
              <a:defRPr sz="4200"/>
            </a:lvl7pPr>
            <a:lvl8pPr lvl="7">
              <a:spcBef>
                <a:spcPts val="0"/>
              </a:spcBef>
              <a:buSzPct val="100000"/>
              <a:defRPr sz="4200"/>
            </a:lvl8pPr>
            <a:lvl9pPr lvl="8">
              <a:spcBef>
                <a:spcPts val="0"/>
              </a:spcBef>
              <a:buSzPct val="100000"/>
              <a:defRPr sz="4200"/>
            </a:lvl9pPr>
          </a:lstStyle>
          <a:p>
            <a:endParaRPr/>
          </a:p>
        </p:txBody>
      </p:sp>
      <p:sp>
        <p:nvSpPr>
          <p:cNvPr id="17" name="Shape 17"/>
          <p:cNvSpPr txBox="1">
            <a:spLocks noGrp="1"/>
          </p:cNvSpPr>
          <p:nvPr>
            <p:ph type="sldNum" idx="12"/>
          </p:nvPr>
        </p:nvSpPr>
        <p:spPr>
          <a:xfrm>
            <a:off x="8523541" y="6260830"/>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lt1"/>
                </a:solidFill>
              </a:rPr>
              <a:t>‹#›</a:t>
            </a:fld>
            <a:endParaRPr lang="en">
              <a:solidFill>
                <a:schemeClr val="lt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8"/>
        <p:cNvGrpSpPr/>
        <p:nvPr/>
      </p:nvGrpSpPr>
      <p:grpSpPr>
        <a:xfrm>
          <a:off x="0" y="0"/>
          <a:ext cx="0" cy="0"/>
          <a:chOff x="0" y="0"/>
          <a:chExt cx="0" cy="0"/>
        </a:xfrm>
      </p:grpSpPr>
      <p:sp>
        <p:nvSpPr>
          <p:cNvPr id="19" name="Shape 19"/>
          <p:cNvSpPr/>
          <p:nvPr/>
        </p:nvSpPr>
        <p:spPr>
          <a:xfrm rot="10800000" flipH="1">
            <a:off x="0" y="2247900"/>
            <a:ext cx="9144000" cy="4610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0" name="Shape 20"/>
          <p:cNvSpPr/>
          <p:nvPr/>
        </p:nvSpPr>
        <p:spPr>
          <a:xfrm>
            <a:off x="0" y="2248000"/>
            <a:ext cx="9144000" cy="1449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1" name="Shape 21"/>
          <p:cNvSpPr txBox="1">
            <a:spLocks noGrp="1"/>
          </p:cNvSpPr>
          <p:nvPr>
            <p:ph type="title"/>
          </p:nvPr>
        </p:nvSpPr>
        <p:spPr>
          <a:xfrm>
            <a:off x="471900" y="984966"/>
            <a:ext cx="8222100" cy="10236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body" idx="1"/>
          </p:nvPr>
        </p:nvSpPr>
        <p:spPr>
          <a:xfrm>
            <a:off x="471900" y="2558766"/>
            <a:ext cx="8222100" cy="36135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3" name="Shape 23"/>
          <p:cNvSpPr txBox="1">
            <a:spLocks noGrp="1"/>
          </p:cNvSpPr>
          <p:nvPr>
            <p:ph type="sldNum" idx="12"/>
          </p:nvPr>
        </p:nvSpPr>
        <p:spPr>
          <a:xfrm>
            <a:off x="8523541" y="6260830"/>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4"/>
        <p:cNvGrpSpPr/>
        <p:nvPr/>
      </p:nvGrpSpPr>
      <p:grpSpPr>
        <a:xfrm>
          <a:off x="0" y="0"/>
          <a:ext cx="0" cy="0"/>
          <a:chOff x="0" y="0"/>
          <a:chExt cx="0" cy="0"/>
        </a:xfrm>
      </p:grpSpPr>
      <p:sp>
        <p:nvSpPr>
          <p:cNvPr id="25" name="Shape 25"/>
          <p:cNvSpPr/>
          <p:nvPr/>
        </p:nvSpPr>
        <p:spPr>
          <a:xfrm rot="10800000" flipH="1">
            <a:off x="0" y="2247900"/>
            <a:ext cx="9144000" cy="4610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6" name="Shape 26"/>
          <p:cNvSpPr/>
          <p:nvPr/>
        </p:nvSpPr>
        <p:spPr>
          <a:xfrm>
            <a:off x="0" y="2248000"/>
            <a:ext cx="9144000" cy="1449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7" name="Shape 27"/>
          <p:cNvSpPr txBox="1">
            <a:spLocks noGrp="1"/>
          </p:cNvSpPr>
          <p:nvPr>
            <p:ph type="title"/>
          </p:nvPr>
        </p:nvSpPr>
        <p:spPr>
          <a:xfrm>
            <a:off x="471900" y="984966"/>
            <a:ext cx="8222100" cy="10236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8" name="Shape 28"/>
          <p:cNvSpPr txBox="1">
            <a:spLocks noGrp="1"/>
          </p:cNvSpPr>
          <p:nvPr>
            <p:ph type="body" idx="1"/>
          </p:nvPr>
        </p:nvSpPr>
        <p:spPr>
          <a:xfrm>
            <a:off x="471900" y="2558767"/>
            <a:ext cx="3999900" cy="36135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9" name="Shape 29"/>
          <p:cNvSpPr txBox="1">
            <a:spLocks noGrp="1"/>
          </p:cNvSpPr>
          <p:nvPr>
            <p:ph type="body" idx="2"/>
          </p:nvPr>
        </p:nvSpPr>
        <p:spPr>
          <a:xfrm>
            <a:off x="4694250" y="2558767"/>
            <a:ext cx="3999900" cy="36135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0" name="Shape 30"/>
          <p:cNvSpPr txBox="1">
            <a:spLocks noGrp="1"/>
          </p:cNvSpPr>
          <p:nvPr>
            <p:ph type="sldNum" idx="12"/>
          </p:nvPr>
        </p:nvSpPr>
        <p:spPr>
          <a:xfrm>
            <a:off x="8523541" y="6260830"/>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1"/>
        <p:cNvGrpSpPr/>
        <p:nvPr/>
      </p:nvGrpSpPr>
      <p:grpSpPr>
        <a:xfrm>
          <a:off x="0" y="0"/>
          <a:ext cx="0" cy="0"/>
          <a:chOff x="0" y="0"/>
          <a:chExt cx="0" cy="0"/>
        </a:xfrm>
      </p:grpSpPr>
      <p:sp>
        <p:nvSpPr>
          <p:cNvPr id="32" name="Shape 32"/>
          <p:cNvSpPr/>
          <p:nvPr/>
        </p:nvSpPr>
        <p:spPr>
          <a:xfrm rot="10800000" flipH="1">
            <a:off x="0" y="875100"/>
            <a:ext cx="9144000" cy="5982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3" name="Shape 33"/>
          <p:cNvSpPr/>
          <p:nvPr/>
        </p:nvSpPr>
        <p:spPr>
          <a:xfrm>
            <a:off x="0" y="875133"/>
            <a:ext cx="9144000" cy="1449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4" name="Shape 34"/>
          <p:cNvSpPr txBox="1">
            <a:spLocks noGrp="1"/>
          </p:cNvSpPr>
          <p:nvPr>
            <p:ph type="title"/>
          </p:nvPr>
        </p:nvSpPr>
        <p:spPr>
          <a:xfrm>
            <a:off x="98250" y="21800"/>
            <a:ext cx="8826600" cy="803700"/>
          </a:xfrm>
          <a:prstGeom prst="rect">
            <a:avLst/>
          </a:prstGeom>
        </p:spPr>
        <p:txBody>
          <a:bodyPr lIns="91425" tIns="91425" rIns="91425" bIns="91425" anchor="ctr" anchorCtr="0"/>
          <a:lstStyle>
            <a:lvl1pPr lvl="0">
              <a:spcBef>
                <a:spcPts val="0"/>
              </a:spcBef>
              <a:buSzPct val="100000"/>
              <a:defRPr sz="1800"/>
            </a:lvl1pPr>
            <a:lvl2pPr lvl="1">
              <a:spcBef>
                <a:spcPts val="0"/>
              </a:spcBef>
              <a:buSzPct val="100000"/>
              <a:defRPr sz="1800"/>
            </a:lvl2pPr>
            <a:lvl3pPr lvl="2">
              <a:spcBef>
                <a:spcPts val="0"/>
              </a:spcBef>
              <a:buSzPct val="100000"/>
              <a:defRPr sz="1800"/>
            </a:lvl3pPr>
            <a:lvl4pPr lvl="3">
              <a:spcBef>
                <a:spcPts val="0"/>
              </a:spcBef>
              <a:buSzPct val="100000"/>
              <a:defRPr sz="1800"/>
            </a:lvl4pPr>
            <a:lvl5pPr lvl="4">
              <a:spcBef>
                <a:spcPts val="0"/>
              </a:spcBef>
              <a:buSzPct val="100000"/>
              <a:defRPr sz="1800"/>
            </a:lvl5pPr>
            <a:lvl6pPr lvl="5">
              <a:spcBef>
                <a:spcPts val="0"/>
              </a:spcBef>
              <a:buSzPct val="100000"/>
              <a:defRPr sz="1800"/>
            </a:lvl6pPr>
            <a:lvl7pPr lvl="6">
              <a:spcBef>
                <a:spcPts val="0"/>
              </a:spcBef>
              <a:buSzPct val="100000"/>
              <a:defRPr sz="1800"/>
            </a:lvl7pPr>
            <a:lvl8pPr lvl="7">
              <a:spcBef>
                <a:spcPts val="0"/>
              </a:spcBef>
              <a:buSzPct val="100000"/>
              <a:defRPr sz="1800"/>
            </a:lvl8pPr>
            <a:lvl9pPr lvl="8">
              <a:spcBef>
                <a:spcPts val="0"/>
              </a:spcBef>
              <a:buSzPct val="100000"/>
              <a:defRPr sz="1800"/>
            </a:lvl9pPr>
          </a:lstStyle>
          <a:p>
            <a:endParaRPr/>
          </a:p>
        </p:txBody>
      </p:sp>
      <p:sp>
        <p:nvSpPr>
          <p:cNvPr id="35" name="Shape 35"/>
          <p:cNvSpPr txBox="1">
            <a:spLocks noGrp="1"/>
          </p:cNvSpPr>
          <p:nvPr>
            <p:ph type="sldNum" idx="12"/>
          </p:nvPr>
        </p:nvSpPr>
        <p:spPr>
          <a:xfrm>
            <a:off x="8523541" y="6260830"/>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6"/>
        <p:cNvGrpSpPr/>
        <p:nvPr/>
      </p:nvGrpSpPr>
      <p:grpSpPr>
        <a:xfrm>
          <a:off x="0" y="0"/>
          <a:ext cx="0" cy="0"/>
          <a:chOff x="0" y="0"/>
          <a:chExt cx="0" cy="0"/>
        </a:xfrm>
      </p:grpSpPr>
      <p:sp>
        <p:nvSpPr>
          <p:cNvPr id="37" name="Shape 37"/>
          <p:cNvSpPr txBox="1"/>
          <p:nvPr/>
        </p:nvSpPr>
        <p:spPr>
          <a:xfrm rot="10800000" flipH="1">
            <a:off x="3276600" y="33"/>
            <a:ext cx="5867400" cy="68580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8" name="Shape 38"/>
          <p:cNvSpPr/>
          <p:nvPr/>
        </p:nvSpPr>
        <p:spPr>
          <a:xfrm rot="-5400000">
            <a:off x="-98100" y="3374700"/>
            <a:ext cx="6858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9" name="Shape 39"/>
          <p:cNvSpPr txBox="1">
            <a:spLocks noGrp="1"/>
          </p:cNvSpPr>
          <p:nvPr>
            <p:ph type="title"/>
          </p:nvPr>
        </p:nvSpPr>
        <p:spPr>
          <a:xfrm>
            <a:off x="226077" y="477066"/>
            <a:ext cx="2808000" cy="1271100"/>
          </a:xfrm>
          <a:prstGeom prst="rect">
            <a:avLst/>
          </a:prstGeom>
        </p:spPr>
        <p:txBody>
          <a:bodyPr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40" name="Shape 40"/>
          <p:cNvSpPr txBox="1">
            <a:spLocks noGrp="1"/>
          </p:cNvSpPr>
          <p:nvPr>
            <p:ph type="body" idx="1"/>
          </p:nvPr>
        </p:nvSpPr>
        <p:spPr>
          <a:xfrm>
            <a:off x="226075" y="1954400"/>
            <a:ext cx="2808000" cy="4218000"/>
          </a:xfrm>
          <a:prstGeom prst="rect">
            <a:avLst/>
          </a:prstGeom>
        </p:spPr>
        <p:txBody>
          <a:bodyPr lIns="91425" tIns="91425" rIns="91425" bIns="91425" anchor="t" anchorCtr="0"/>
          <a:lstStyle>
            <a:lvl1pPr lvl="0">
              <a:spcBef>
                <a:spcPts val="0"/>
              </a:spcBef>
              <a:buClr>
                <a:schemeClr val="lt1"/>
              </a:buClr>
              <a:buSzPct val="100000"/>
              <a:defRPr sz="1200">
                <a:solidFill>
                  <a:schemeClr val="lt1"/>
                </a:solidFill>
              </a:defRPr>
            </a:lvl1pPr>
            <a:lvl2pPr lvl="1">
              <a:spcBef>
                <a:spcPts val="0"/>
              </a:spcBef>
              <a:buClr>
                <a:schemeClr val="lt1"/>
              </a:buClr>
              <a:buSzPct val="100000"/>
              <a:defRPr sz="1200">
                <a:solidFill>
                  <a:schemeClr val="lt1"/>
                </a:solidFill>
              </a:defRPr>
            </a:lvl2pPr>
            <a:lvl3pPr lvl="2">
              <a:spcBef>
                <a:spcPts val="0"/>
              </a:spcBef>
              <a:buClr>
                <a:schemeClr val="lt1"/>
              </a:buClr>
              <a:buSzPct val="100000"/>
              <a:defRPr sz="1200">
                <a:solidFill>
                  <a:schemeClr val="lt1"/>
                </a:solidFill>
              </a:defRPr>
            </a:lvl3pPr>
            <a:lvl4pPr lvl="3">
              <a:spcBef>
                <a:spcPts val="0"/>
              </a:spcBef>
              <a:buClr>
                <a:schemeClr val="lt1"/>
              </a:buClr>
              <a:buSzPct val="100000"/>
              <a:defRPr sz="1200">
                <a:solidFill>
                  <a:schemeClr val="lt1"/>
                </a:solidFill>
              </a:defRPr>
            </a:lvl4pPr>
            <a:lvl5pPr lvl="4">
              <a:spcBef>
                <a:spcPts val="0"/>
              </a:spcBef>
              <a:buClr>
                <a:schemeClr val="lt1"/>
              </a:buClr>
              <a:buSzPct val="100000"/>
              <a:defRPr sz="1200">
                <a:solidFill>
                  <a:schemeClr val="lt1"/>
                </a:solidFill>
              </a:defRPr>
            </a:lvl5pPr>
            <a:lvl6pPr lvl="5">
              <a:spcBef>
                <a:spcPts val="0"/>
              </a:spcBef>
              <a:buClr>
                <a:schemeClr val="lt1"/>
              </a:buClr>
              <a:buSzPct val="100000"/>
              <a:defRPr sz="1200">
                <a:solidFill>
                  <a:schemeClr val="lt1"/>
                </a:solidFill>
              </a:defRPr>
            </a:lvl6pPr>
            <a:lvl7pPr lvl="6">
              <a:spcBef>
                <a:spcPts val="0"/>
              </a:spcBef>
              <a:buClr>
                <a:schemeClr val="lt1"/>
              </a:buClr>
              <a:buSzPct val="100000"/>
              <a:defRPr sz="1200">
                <a:solidFill>
                  <a:schemeClr val="lt1"/>
                </a:solidFill>
              </a:defRPr>
            </a:lvl7pPr>
            <a:lvl8pPr lvl="7">
              <a:spcBef>
                <a:spcPts val="0"/>
              </a:spcBef>
              <a:buClr>
                <a:schemeClr val="lt1"/>
              </a:buClr>
              <a:buSzPct val="100000"/>
              <a:defRPr sz="1200">
                <a:solidFill>
                  <a:schemeClr val="lt1"/>
                </a:solidFill>
              </a:defRPr>
            </a:lvl8pPr>
            <a:lvl9pPr lvl="8">
              <a:spcBef>
                <a:spcPts val="0"/>
              </a:spcBef>
              <a:buClr>
                <a:schemeClr val="lt1"/>
              </a:buClr>
              <a:buSzPct val="100000"/>
              <a:defRPr sz="1200">
                <a:solidFill>
                  <a:schemeClr val="lt1"/>
                </a:solidFill>
              </a:defRPr>
            </a:lvl9pPr>
          </a:lstStyle>
          <a:p>
            <a:endParaRPr/>
          </a:p>
        </p:txBody>
      </p:sp>
      <p:sp>
        <p:nvSpPr>
          <p:cNvPr id="41" name="Shape 41"/>
          <p:cNvSpPr txBox="1">
            <a:spLocks noGrp="1"/>
          </p:cNvSpPr>
          <p:nvPr>
            <p:ph type="sldNum" idx="12"/>
          </p:nvPr>
        </p:nvSpPr>
        <p:spPr>
          <a:xfrm>
            <a:off x="8523541" y="6260830"/>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42"/>
        <p:cNvGrpSpPr/>
        <p:nvPr/>
      </p:nvGrpSpPr>
      <p:grpSpPr>
        <a:xfrm>
          <a:off x="0" y="0"/>
          <a:ext cx="0" cy="0"/>
          <a:chOff x="0" y="0"/>
          <a:chExt cx="0" cy="0"/>
        </a:xfrm>
      </p:grpSpPr>
      <p:sp>
        <p:nvSpPr>
          <p:cNvPr id="43" name="Shape 43"/>
          <p:cNvSpPr txBox="1">
            <a:spLocks noGrp="1"/>
          </p:cNvSpPr>
          <p:nvPr>
            <p:ph type="title"/>
          </p:nvPr>
        </p:nvSpPr>
        <p:spPr>
          <a:xfrm>
            <a:off x="490250" y="651000"/>
            <a:ext cx="6227100" cy="5454300"/>
          </a:xfrm>
          <a:prstGeom prst="rect">
            <a:avLst/>
          </a:prstGeom>
        </p:spPr>
        <p:txBody>
          <a:bodyPr lIns="91425" tIns="91425" rIns="91425" bIns="91425" anchor="ctr" anchorCtr="0"/>
          <a:lstStyle>
            <a:lvl1pPr lvl="0">
              <a:spcBef>
                <a:spcPts val="0"/>
              </a:spcBef>
              <a:buSzPct val="100000"/>
              <a:defRPr sz="6000"/>
            </a:lvl1pPr>
            <a:lvl2pPr lvl="1">
              <a:spcBef>
                <a:spcPts val="0"/>
              </a:spcBef>
              <a:buSzPct val="100000"/>
              <a:defRPr sz="6000"/>
            </a:lvl2pPr>
            <a:lvl3pPr lvl="2">
              <a:spcBef>
                <a:spcPts val="0"/>
              </a:spcBef>
              <a:buSzPct val="100000"/>
              <a:defRPr sz="6000"/>
            </a:lvl3pPr>
            <a:lvl4pPr lvl="3">
              <a:spcBef>
                <a:spcPts val="0"/>
              </a:spcBef>
              <a:buSzPct val="100000"/>
              <a:defRPr sz="6000"/>
            </a:lvl4pPr>
            <a:lvl5pPr lvl="4">
              <a:spcBef>
                <a:spcPts val="0"/>
              </a:spcBef>
              <a:buSzPct val="100000"/>
              <a:defRPr sz="6000"/>
            </a:lvl5pPr>
            <a:lvl6pPr lvl="5">
              <a:spcBef>
                <a:spcPts val="0"/>
              </a:spcBef>
              <a:buSzPct val="100000"/>
              <a:defRPr sz="6000"/>
            </a:lvl6pPr>
            <a:lvl7pPr lvl="6">
              <a:spcBef>
                <a:spcPts val="0"/>
              </a:spcBef>
              <a:buSzPct val="100000"/>
              <a:defRPr sz="6000"/>
            </a:lvl7pPr>
            <a:lvl8pPr lvl="7">
              <a:spcBef>
                <a:spcPts val="0"/>
              </a:spcBef>
              <a:buSzPct val="100000"/>
              <a:defRPr sz="6000"/>
            </a:lvl8pPr>
            <a:lvl9pPr lvl="8">
              <a:spcBef>
                <a:spcPts val="0"/>
              </a:spcBef>
              <a:buSzPct val="100000"/>
              <a:defRPr sz="6000"/>
            </a:lvl9pPr>
          </a:lstStyle>
          <a:p>
            <a:endParaRPr/>
          </a:p>
        </p:txBody>
      </p:sp>
      <p:sp>
        <p:nvSpPr>
          <p:cNvPr id="44" name="Shape 44"/>
          <p:cNvSpPr txBox="1">
            <a:spLocks noGrp="1"/>
          </p:cNvSpPr>
          <p:nvPr>
            <p:ph type="sldNum" idx="12"/>
          </p:nvPr>
        </p:nvSpPr>
        <p:spPr>
          <a:xfrm>
            <a:off x="8523541" y="6260830"/>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lt1"/>
                </a:solidFill>
              </a:rPr>
              <a:t>‹#›</a:t>
            </a:fld>
            <a:endParaRPr lang="en">
              <a:solidFill>
                <a:schemeClr val="lt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45"/>
        <p:cNvGrpSpPr/>
        <p:nvPr/>
      </p:nvGrpSpPr>
      <p:grpSpPr>
        <a:xfrm>
          <a:off x="0" y="0"/>
          <a:ext cx="0" cy="0"/>
          <a:chOff x="0" y="0"/>
          <a:chExt cx="0" cy="0"/>
        </a:xfrm>
      </p:grpSpPr>
      <p:sp>
        <p:nvSpPr>
          <p:cNvPr id="46" name="Shape 46"/>
          <p:cNvSpPr/>
          <p:nvPr/>
        </p:nvSpPr>
        <p:spPr>
          <a:xfrm flipH="1">
            <a:off x="0" y="0"/>
            <a:ext cx="4572000" cy="68580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7" name="Shape 47"/>
          <p:cNvSpPr/>
          <p:nvPr/>
        </p:nvSpPr>
        <p:spPr>
          <a:xfrm rot="5400000">
            <a:off x="1089325" y="3375050"/>
            <a:ext cx="68571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8" name="Shape 48"/>
          <p:cNvSpPr txBox="1">
            <a:spLocks noGrp="1"/>
          </p:cNvSpPr>
          <p:nvPr>
            <p:ph type="title"/>
          </p:nvPr>
        </p:nvSpPr>
        <p:spPr>
          <a:xfrm>
            <a:off x="265500" y="1644233"/>
            <a:ext cx="4045200" cy="1976400"/>
          </a:xfrm>
          <a:prstGeom prst="rect">
            <a:avLst/>
          </a:prstGeom>
        </p:spPr>
        <p:txBody>
          <a:bodyPr lIns="91425" tIns="91425" rIns="91425" bIns="91425" anchor="b" anchorCtr="0"/>
          <a:lstStyle>
            <a:lvl1pPr lvl="0" algn="ctr">
              <a:spcBef>
                <a:spcPts val="0"/>
              </a:spcBef>
              <a:buClr>
                <a:schemeClr val="dk2"/>
              </a:buClr>
              <a:buSzPct val="100000"/>
              <a:defRPr sz="4200">
                <a:solidFill>
                  <a:schemeClr val="dk2"/>
                </a:solidFill>
              </a:defRPr>
            </a:lvl1pPr>
            <a:lvl2pPr lvl="1" algn="ctr">
              <a:spcBef>
                <a:spcPts val="0"/>
              </a:spcBef>
              <a:buClr>
                <a:schemeClr val="dk2"/>
              </a:buClr>
              <a:buSzPct val="100000"/>
              <a:defRPr sz="4200">
                <a:solidFill>
                  <a:schemeClr val="dk2"/>
                </a:solidFill>
              </a:defRPr>
            </a:lvl2pPr>
            <a:lvl3pPr lvl="2" algn="ctr">
              <a:spcBef>
                <a:spcPts val="0"/>
              </a:spcBef>
              <a:buClr>
                <a:schemeClr val="dk2"/>
              </a:buClr>
              <a:buSzPct val="100000"/>
              <a:defRPr sz="4200">
                <a:solidFill>
                  <a:schemeClr val="dk2"/>
                </a:solidFill>
              </a:defRPr>
            </a:lvl3pPr>
            <a:lvl4pPr lvl="3" algn="ctr">
              <a:spcBef>
                <a:spcPts val="0"/>
              </a:spcBef>
              <a:buClr>
                <a:schemeClr val="dk2"/>
              </a:buClr>
              <a:buSzPct val="100000"/>
              <a:defRPr sz="4200">
                <a:solidFill>
                  <a:schemeClr val="dk2"/>
                </a:solidFill>
              </a:defRPr>
            </a:lvl4pPr>
            <a:lvl5pPr lvl="4" algn="ctr">
              <a:spcBef>
                <a:spcPts val="0"/>
              </a:spcBef>
              <a:buClr>
                <a:schemeClr val="dk2"/>
              </a:buClr>
              <a:buSzPct val="100000"/>
              <a:defRPr sz="4200">
                <a:solidFill>
                  <a:schemeClr val="dk2"/>
                </a:solidFill>
              </a:defRPr>
            </a:lvl5pPr>
            <a:lvl6pPr lvl="5" algn="ctr">
              <a:spcBef>
                <a:spcPts val="0"/>
              </a:spcBef>
              <a:buClr>
                <a:schemeClr val="dk2"/>
              </a:buClr>
              <a:buSzPct val="100000"/>
              <a:defRPr sz="4200">
                <a:solidFill>
                  <a:schemeClr val="dk2"/>
                </a:solidFill>
              </a:defRPr>
            </a:lvl6pPr>
            <a:lvl7pPr lvl="6" algn="ctr">
              <a:spcBef>
                <a:spcPts val="0"/>
              </a:spcBef>
              <a:buClr>
                <a:schemeClr val="dk2"/>
              </a:buClr>
              <a:buSzPct val="100000"/>
              <a:defRPr sz="4200">
                <a:solidFill>
                  <a:schemeClr val="dk2"/>
                </a:solidFill>
              </a:defRPr>
            </a:lvl7pPr>
            <a:lvl8pPr lvl="7" algn="ctr">
              <a:spcBef>
                <a:spcPts val="0"/>
              </a:spcBef>
              <a:buClr>
                <a:schemeClr val="dk2"/>
              </a:buClr>
              <a:buSzPct val="100000"/>
              <a:defRPr sz="4200">
                <a:solidFill>
                  <a:schemeClr val="dk2"/>
                </a:solidFill>
              </a:defRPr>
            </a:lvl8pPr>
            <a:lvl9pPr lvl="8" algn="ctr">
              <a:spcBef>
                <a:spcPts val="0"/>
              </a:spcBef>
              <a:buClr>
                <a:schemeClr val="dk2"/>
              </a:buClr>
              <a:buSzPct val="100000"/>
              <a:defRPr sz="4200">
                <a:solidFill>
                  <a:schemeClr val="dk2"/>
                </a:solidFill>
              </a:defRPr>
            </a:lvl9pPr>
          </a:lstStyle>
          <a:p>
            <a:endParaRPr/>
          </a:p>
        </p:txBody>
      </p:sp>
      <p:sp>
        <p:nvSpPr>
          <p:cNvPr id="49" name="Shape 49"/>
          <p:cNvSpPr txBox="1">
            <a:spLocks noGrp="1"/>
          </p:cNvSpPr>
          <p:nvPr>
            <p:ph type="subTitle" idx="1"/>
          </p:nvPr>
        </p:nvSpPr>
        <p:spPr>
          <a:xfrm>
            <a:off x="265500" y="3705955"/>
            <a:ext cx="4045200" cy="16467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50" name="Shape 50"/>
          <p:cNvSpPr txBox="1">
            <a:spLocks noGrp="1"/>
          </p:cNvSpPr>
          <p:nvPr>
            <p:ph type="body" idx="2"/>
          </p:nvPr>
        </p:nvSpPr>
        <p:spPr>
          <a:xfrm>
            <a:off x="4939500" y="965600"/>
            <a:ext cx="3837000" cy="4926900"/>
          </a:xfrm>
          <a:prstGeom prst="rect">
            <a:avLst/>
          </a:prstGeom>
        </p:spPr>
        <p:txBody>
          <a:bodyPr lIns="91425" tIns="91425" rIns="91425" bIns="91425" anchor="ctr" anchorCtr="0"/>
          <a:lstStyle>
            <a:lvl1pPr lvl="0">
              <a:spcBef>
                <a:spcPts val="0"/>
              </a:spcBef>
              <a:buClr>
                <a:schemeClr val="lt1"/>
              </a:buClr>
              <a:defRPr>
                <a:solidFill>
                  <a:schemeClr val="lt1"/>
                </a:solidFill>
              </a:defRPr>
            </a:lvl1pPr>
            <a:lvl2pPr lvl="1">
              <a:spcBef>
                <a:spcPts val="0"/>
              </a:spcBef>
              <a:buClr>
                <a:schemeClr val="lt1"/>
              </a:buClr>
              <a:defRPr>
                <a:solidFill>
                  <a:schemeClr val="lt1"/>
                </a:solidFill>
              </a:defRPr>
            </a:lvl2pPr>
            <a:lvl3pPr lvl="2">
              <a:spcBef>
                <a:spcPts val="0"/>
              </a:spcBef>
              <a:buClr>
                <a:schemeClr val="lt1"/>
              </a:buClr>
              <a:defRPr>
                <a:solidFill>
                  <a:schemeClr val="lt1"/>
                </a:solidFill>
              </a:defRPr>
            </a:lvl3pPr>
            <a:lvl4pPr lvl="3">
              <a:spcBef>
                <a:spcPts val="0"/>
              </a:spcBef>
              <a:buClr>
                <a:schemeClr val="lt1"/>
              </a:buClr>
              <a:defRPr>
                <a:solidFill>
                  <a:schemeClr val="lt1"/>
                </a:solidFill>
              </a:defRPr>
            </a:lvl4pPr>
            <a:lvl5pPr lvl="4">
              <a:spcBef>
                <a:spcPts val="0"/>
              </a:spcBef>
              <a:buClr>
                <a:schemeClr val="lt1"/>
              </a:buClr>
              <a:defRPr>
                <a:solidFill>
                  <a:schemeClr val="lt1"/>
                </a:solidFill>
              </a:defRPr>
            </a:lvl5pPr>
            <a:lvl6pPr lvl="5">
              <a:spcBef>
                <a:spcPts val="0"/>
              </a:spcBef>
              <a:buClr>
                <a:schemeClr val="lt1"/>
              </a:buClr>
              <a:defRPr>
                <a:solidFill>
                  <a:schemeClr val="lt1"/>
                </a:solidFill>
              </a:defRPr>
            </a:lvl6pPr>
            <a:lvl7pPr lvl="6">
              <a:spcBef>
                <a:spcPts val="0"/>
              </a:spcBef>
              <a:buClr>
                <a:schemeClr val="lt1"/>
              </a:buClr>
              <a:defRPr>
                <a:solidFill>
                  <a:schemeClr val="lt1"/>
                </a:solidFill>
              </a:defRPr>
            </a:lvl7pPr>
            <a:lvl8pPr lvl="7">
              <a:spcBef>
                <a:spcPts val="0"/>
              </a:spcBef>
              <a:buClr>
                <a:schemeClr val="lt1"/>
              </a:buClr>
              <a:defRPr>
                <a:solidFill>
                  <a:schemeClr val="lt1"/>
                </a:solidFill>
              </a:defRPr>
            </a:lvl8pPr>
            <a:lvl9pPr lvl="8">
              <a:spcBef>
                <a:spcPts val="0"/>
              </a:spcBef>
              <a:buClr>
                <a:schemeClr val="lt1"/>
              </a:buClr>
              <a:defRPr>
                <a:solidFill>
                  <a:schemeClr val="lt1"/>
                </a:solidFill>
              </a:defRPr>
            </a:lvl9pPr>
          </a:lstStyle>
          <a:p>
            <a:endParaRPr/>
          </a:p>
        </p:txBody>
      </p:sp>
      <p:sp>
        <p:nvSpPr>
          <p:cNvPr id="51" name="Shape 51"/>
          <p:cNvSpPr txBox="1">
            <a:spLocks noGrp="1"/>
          </p:cNvSpPr>
          <p:nvPr>
            <p:ph type="sldNum" idx="12"/>
          </p:nvPr>
        </p:nvSpPr>
        <p:spPr>
          <a:xfrm>
            <a:off x="8523541" y="6260830"/>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lt1"/>
                </a:solidFill>
              </a:rPr>
              <a:t>‹#›</a:t>
            </a:fld>
            <a:endParaRPr lang="en">
              <a:solidFill>
                <a:schemeClr val="lt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52"/>
        <p:cNvGrpSpPr/>
        <p:nvPr/>
      </p:nvGrpSpPr>
      <p:grpSpPr>
        <a:xfrm>
          <a:off x="0" y="0"/>
          <a:ext cx="0" cy="0"/>
          <a:chOff x="0" y="0"/>
          <a:chExt cx="0" cy="0"/>
        </a:xfrm>
      </p:grpSpPr>
      <p:sp>
        <p:nvSpPr>
          <p:cNvPr id="53" name="Shape 53"/>
          <p:cNvSpPr txBox="1"/>
          <p:nvPr/>
        </p:nvSpPr>
        <p:spPr>
          <a:xfrm rot="10800000" flipH="1">
            <a:off x="0" y="-100"/>
            <a:ext cx="9144000" cy="62613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4" name="Shape 54"/>
          <p:cNvSpPr/>
          <p:nvPr/>
        </p:nvSpPr>
        <p:spPr>
          <a:xfrm rot="10800000" flipH="1">
            <a:off x="0" y="6163733"/>
            <a:ext cx="9144000" cy="987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5" name="Shape 55"/>
          <p:cNvSpPr txBox="1">
            <a:spLocks noGrp="1"/>
          </p:cNvSpPr>
          <p:nvPr>
            <p:ph type="body" idx="1"/>
          </p:nvPr>
        </p:nvSpPr>
        <p:spPr>
          <a:xfrm>
            <a:off x="57150" y="6262433"/>
            <a:ext cx="8382000" cy="595500"/>
          </a:xfrm>
          <a:prstGeom prst="rect">
            <a:avLst/>
          </a:prstGeom>
        </p:spPr>
        <p:txBody>
          <a:bodyPr lIns="91425" tIns="91425" rIns="91425" bIns="91425" anchor="ctr" anchorCtr="0"/>
          <a:lstStyle>
            <a:lvl1pPr lvl="0">
              <a:lnSpc>
                <a:spcPct val="100000"/>
              </a:lnSpc>
              <a:spcBef>
                <a:spcPts val="0"/>
              </a:spcBef>
              <a:spcAft>
                <a:spcPts val="0"/>
              </a:spcAft>
              <a:buClr>
                <a:schemeClr val="lt1"/>
              </a:buClr>
              <a:buSzPct val="100000"/>
              <a:buNone/>
              <a:defRPr sz="1200">
                <a:solidFill>
                  <a:schemeClr val="lt1"/>
                </a:solidFill>
              </a:defRPr>
            </a:lvl1pPr>
          </a:lstStyle>
          <a:p>
            <a:endParaRPr/>
          </a:p>
        </p:txBody>
      </p:sp>
      <p:sp>
        <p:nvSpPr>
          <p:cNvPr id="56" name="Shape 56"/>
          <p:cNvSpPr txBox="1">
            <a:spLocks noGrp="1"/>
          </p:cNvSpPr>
          <p:nvPr>
            <p:ph type="sldNum" idx="12"/>
          </p:nvPr>
        </p:nvSpPr>
        <p:spPr>
          <a:xfrm>
            <a:off x="8523541" y="6260830"/>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solidFill>
                  <a:schemeClr val="lt1"/>
                </a:solidFill>
              </a:rPr>
              <a:t>‹#›</a:t>
            </a:fld>
            <a:endParaRPr lang="en">
              <a:solidFill>
                <a:schemeClr val="lt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bg>
      <p:bgPr>
        <a:solidFill>
          <a:schemeClr val="accent4"/>
        </a:solidFill>
        <a:effectLst/>
      </p:bgPr>
    </p:bg>
    <p:spTree>
      <p:nvGrpSpPr>
        <p:cNvPr id="1" name="Shape 57"/>
        <p:cNvGrpSpPr/>
        <p:nvPr/>
      </p:nvGrpSpPr>
      <p:grpSpPr>
        <a:xfrm>
          <a:off x="0" y="0"/>
          <a:ext cx="0" cy="0"/>
          <a:chOff x="0" y="0"/>
          <a:chExt cx="0" cy="0"/>
        </a:xfrm>
      </p:grpSpPr>
      <p:sp>
        <p:nvSpPr>
          <p:cNvPr id="58" name="Shape 58"/>
          <p:cNvSpPr txBox="1">
            <a:spLocks noGrp="1"/>
          </p:cNvSpPr>
          <p:nvPr>
            <p:ph type="title"/>
          </p:nvPr>
        </p:nvSpPr>
        <p:spPr>
          <a:xfrm>
            <a:off x="475500" y="1678033"/>
            <a:ext cx="8222100" cy="2618100"/>
          </a:xfrm>
          <a:prstGeom prst="rect">
            <a:avLst/>
          </a:prstGeom>
        </p:spPr>
        <p:txBody>
          <a:bodyPr lIns="91425" tIns="91425" rIns="91425" bIns="91425" anchor="b" anchorCtr="0"/>
          <a:lstStyle>
            <a:lvl1pPr lvl="0" algn="ctr">
              <a:spcBef>
                <a:spcPts val="0"/>
              </a:spcBef>
              <a:buClr>
                <a:schemeClr val="dk2"/>
              </a:buClr>
              <a:buSzPct val="100000"/>
              <a:defRPr sz="12000">
                <a:solidFill>
                  <a:schemeClr val="dk2"/>
                </a:solidFill>
              </a:defRPr>
            </a:lvl1pPr>
            <a:lvl2pPr lvl="1" algn="ctr">
              <a:spcBef>
                <a:spcPts val="0"/>
              </a:spcBef>
              <a:buClr>
                <a:schemeClr val="dk2"/>
              </a:buClr>
              <a:buSzPct val="100000"/>
              <a:defRPr sz="12000">
                <a:solidFill>
                  <a:schemeClr val="dk2"/>
                </a:solidFill>
              </a:defRPr>
            </a:lvl2pPr>
            <a:lvl3pPr lvl="2" algn="ctr">
              <a:spcBef>
                <a:spcPts val="0"/>
              </a:spcBef>
              <a:buClr>
                <a:schemeClr val="dk2"/>
              </a:buClr>
              <a:buSzPct val="100000"/>
              <a:defRPr sz="12000">
                <a:solidFill>
                  <a:schemeClr val="dk2"/>
                </a:solidFill>
              </a:defRPr>
            </a:lvl3pPr>
            <a:lvl4pPr lvl="3" algn="ctr">
              <a:spcBef>
                <a:spcPts val="0"/>
              </a:spcBef>
              <a:buClr>
                <a:schemeClr val="dk2"/>
              </a:buClr>
              <a:buSzPct val="100000"/>
              <a:defRPr sz="12000">
                <a:solidFill>
                  <a:schemeClr val="dk2"/>
                </a:solidFill>
              </a:defRPr>
            </a:lvl4pPr>
            <a:lvl5pPr lvl="4" algn="ctr">
              <a:spcBef>
                <a:spcPts val="0"/>
              </a:spcBef>
              <a:buClr>
                <a:schemeClr val="dk2"/>
              </a:buClr>
              <a:buSzPct val="100000"/>
              <a:defRPr sz="12000">
                <a:solidFill>
                  <a:schemeClr val="dk2"/>
                </a:solidFill>
              </a:defRPr>
            </a:lvl5pPr>
            <a:lvl6pPr lvl="5" algn="ctr">
              <a:spcBef>
                <a:spcPts val="0"/>
              </a:spcBef>
              <a:buClr>
                <a:schemeClr val="dk2"/>
              </a:buClr>
              <a:buSzPct val="100000"/>
              <a:defRPr sz="12000">
                <a:solidFill>
                  <a:schemeClr val="dk2"/>
                </a:solidFill>
              </a:defRPr>
            </a:lvl6pPr>
            <a:lvl7pPr lvl="6" algn="ctr">
              <a:spcBef>
                <a:spcPts val="0"/>
              </a:spcBef>
              <a:buClr>
                <a:schemeClr val="dk2"/>
              </a:buClr>
              <a:buSzPct val="100000"/>
              <a:defRPr sz="12000">
                <a:solidFill>
                  <a:schemeClr val="dk2"/>
                </a:solidFill>
              </a:defRPr>
            </a:lvl7pPr>
            <a:lvl8pPr lvl="7" algn="ctr">
              <a:spcBef>
                <a:spcPts val="0"/>
              </a:spcBef>
              <a:buClr>
                <a:schemeClr val="dk2"/>
              </a:buClr>
              <a:buSzPct val="100000"/>
              <a:defRPr sz="12000">
                <a:solidFill>
                  <a:schemeClr val="dk2"/>
                </a:solidFill>
              </a:defRPr>
            </a:lvl8pPr>
            <a:lvl9pPr lvl="8" algn="ctr">
              <a:spcBef>
                <a:spcPts val="0"/>
              </a:spcBef>
              <a:buClr>
                <a:schemeClr val="dk2"/>
              </a:buClr>
              <a:buSzPct val="100000"/>
              <a:defRPr sz="12000">
                <a:solidFill>
                  <a:schemeClr val="dk2"/>
                </a:solidFill>
              </a:defRPr>
            </a:lvl9pPr>
          </a:lstStyle>
          <a:p>
            <a:endParaRPr/>
          </a:p>
        </p:txBody>
      </p:sp>
      <p:sp>
        <p:nvSpPr>
          <p:cNvPr id="59" name="Shape 59"/>
          <p:cNvSpPr txBox="1">
            <a:spLocks noGrp="1"/>
          </p:cNvSpPr>
          <p:nvPr>
            <p:ph type="body" idx="1"/>
          </p:nvPr>
        </p:nvSpPr>
        <p:spPr>
          <a:xfrm>
            <a:off x="475500" y="4406166"/>
            <a:ext cx="8222100" cy="17343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60" name="Shape 60"/>
          <p:cNvSpPr txBox="1">
            <a:spLocks noGrp="1"/>
          </p:cNvSpPr>
          <p:nvPr>
            <p:ph type="sldNum" idx="12"/>
          </p:nvPr>
        </p:nvSpPr>
        <p:spPr>
          <a:xfrm>
            <a:off x="8523541" y="6260830"/>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Shape 62"/>
          <p:cNvSpPr txBox="1">
            <a:spLocks noGrp="1"/>
          </p:cNvSpPr>
          <p:nvPr>
            <p:ph type="sldNum" idx="12"/>
          </p:nvPr>
        </p:nvSpPr>
        <p:spPr>
          <a:xfrm>
            <a:off x="8523541" y="6260830"/>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984966"/>
            <a:ext cx="8222100" cy="1023600"/>
          </a:xfrm>
          <a:prstGeom prst="rect">
            <a:avLst/>
          </a:prstGeom>
          <a:noFill/>
          <a:ln>
            <a:noFill/>
          </a:ln>
        </p:spPr>
        <p:txBody>
          <a:bodyPr lIns="91425" tIns="91425" rIns="91425" bIns="91425" anchor="b" anchorCtr="0"/>
          <a:lstStyle>
            <a:lvl1pPr lvl="0">
              <a:spcBef>
                <a:spcPts val="0"/>
              </a:spcBef>
              <a:buClr>
                <a:schemeClr val="lt1"/>
              </a:buClr>
              <a:buSzPct val="100000"/>
              <a:buFont typeface="Roboto"/>
              <a:buNone/>
              <a:defRPr sz="3200">
                <a:solidFill>
                  <a:schemeClr val="lt1"/>
                </a:solidFill>
                <a:latin typeface="Roboto"/>
                <a:ea typeface="Roboto"/>
                <a:cs typeface="Roboto"/>
                <a:sym typeface="Roboto"/>
              </a:defRPr>
            </a:lvl1pPr>
            <a:lvl2pPr lvl="1">
              <a:spcBef>
                <a:spcPts val="0"/>
              </a:spcBef>
              <a:buClr>
                <a:schemeClr val="lt1"/>
              </a:buClr>
              <a:buSzPct val="100000"/>
              <a:buFont typeface="Roboto"/>
              <a:buNone/>
              <a:defRPr sz="3200">
                <a:solidFill>
                  <a:schemeClr val="lt1"/>
                </a:solidFill>
                <a:latin typeface="Roboto"/>
                <a:ea typeface="Roboto"/>
                <a:cs typeface="Roboto"/>
                <a:sym typeface="Roboto"/>
              </a:defRPr>
            </a:lvl2pPr>
            <a:lvl3pPr lvl="2">
              <a:spcBef>
                <a:spcPts val="0"/>
              </a:spcBef>
              <a:buClr>
                <a:schemeClr val="lt1"/>
              </a:buClr>
              <a:buSzPct val="100000"/>
              <a:buFont typeface="Roboto"/>
              <a:buNone/>
              <a:defRPr sz="3200">
                <a:solidFill>
                  <a:schemeClr val="lt1"/>
                </a:solidFill>
                <a:latin typeface="Roboto"/>
                <a:ea typeface="Roboto"/>
                <a:cs typeface="Roboto"/>
                <a:sym typeface="Roboto"/>
              </a:defRPr>
            </a:lvl3pPr>
            <a:lvl4pPr lvl="3">
              <a:spcBef>
                <a:spcPts val="0"/>
              </a:spcBef>
              <a:buClr>
                <a:schemeClr val="lt1"/>
              </a:buClr>
              <a:buSzPct val="100000"/>
              <a:buFont typeface="Roboto"/>
              <a:buNone/>
              <a:defRPr sz="3200">
                <a:solidFill>
                  <a:schemeClr val="lt1"/>
                </a:solidFill>
                <a:latin typeface="Roboto"/>
                <a:ea typeface="Roboto"/>
                <a:cs typeface="Roboto"/>
                <a:sym typeface="Roboto"/>
              </a:defRPr>
            </a:lvl4pPr>
            <a:lvl5pPr lvl="4">
              <a:spcBef>
                <a:spcPts val="0"/>
              </a:spcBef>
              <a:buClr>
                <a:schemeClr val="lt1"/>
              </a:buClr>
              <a:buSzPct val="100000"/>
              <a:buFont typeface="Roboto"/>
              <a:buNone/>
              <a:defRPr sz="3200">
                <a:solidFill>
                  <a:schemeClr val="lt1"/>
                </a:solidFill>
                <a:latin typeface="Roboto"/>
                <a:ea typeface="Roboto"/>
                <a:cs typeface="Roboto"/>
                <a:sym typeface="Roboto"/>
              </a:defRPr>
            </a:lvl5pPr>
            <a:lvl6pPr lvl="5">
              <a:spcBef>
                <a:spcPts val="0"/>
              </a:spcBef>
              <a:buClr>
                <a:schemeClr val="lt1"/>
              </a:buClr>
              <a:buSzPct val="100000"/>
              <a:buFont typeface="Roboto"/>
              <a:buNone/>
              <a:defRPr sz="3200">
                <a:solidFill>
                  <a:schemeClr val="lt1"/>
                </a:solidFill>
                <a:latin typeface="Roboto"/>
                <a:ea typeface="Roboto"/>
                <a:cs typeface="Roboto"/>
                <a:sym typeface="Roboto"/>
              </a:defRPr>
            </a:lvl6pPr>
            <a:lvl7pPr lvl="6">
              <a:spcBef>
                <a:spcPts val="0"/>
              </a:spcBef>
              <a:buClr>
                <a:schemeClr val="lt1"/>
              </a:buClr>
              <a:buSzPct val="100000"/>
              <a:buFont typeface="Roboto"/>
              <a:buNone/>
              <a:defRPr sz="3200">
                <a:solidFill>
                  <a:schemeClr val="lt1"/>
                </a:solidFill>
                <a:latin typeface="Roboto"/>
                <a:ea typeface="Roboto"/>
                <a:cs typeface="Roboto"/>
                <a:sym typeface="Roboto"/>
              </a:defRPr>
            </a:lvl7pPr>
            <a:lvl8pPr lvl="7">
              <a:spcBef>
                <a:spcPts val="0"/>
              </a:spcBef>
              <a:buClr>
                <a:schemeClr val="lt1"/>
              </a:buClr>
              <a:buSzPct val="100000"/>
              <a:buFont typeface="Roboto"/>
              <a:buNone/>
              <a:defRPr sz="3200">
                <a:solidFill>
                  <a:schemeClr val="lt1"/>
                </a:solidFill>
                <a:latin typeface="Roboto"/>
                <a:ea typeface="Roboto"/>
                <a:cs typeface="Roboto"/>
                <a:sym typeface="Roboto"/>
              </a:defRPr>
            </a:lvl8pPr>
            <a:lvl9pPr lvl="8">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2558766"/>
            <a:ext cx="8222100" cy="36135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lt2"/>
              </a:buClr>
              <a:buSzPct val="100000"/>
              <a:buFont typeface="Roboto"/>
              <a:defRPr sz="1800">
                <a:solidFill>
                  <a:schemeClr val="lt2"/>
                </a:solidFill>
                <a:latin typeface="Roboto"/>
                <a:ea typeface="Roboto"/>
                <a:cs typeface="Roboto"/>
                <a:sym typeface="Roboto"/>
              </a:defRPr>
            </a:lvl1pPr>
            <a:lvl2pPr lvl="1">
              <a:lnSpc>
                <a:spcPct val="115000"/>
              </a:lnSpc>
              <a:spcBef>
                <a:spcPts val="0"/>
              </a:spcBef>
              <a:spcAft>
                <a:spcPts val="1600"/>
              </a:spcAft>
              <a:buClr>
                <a:schemeClr val="lt2"/>
              </a:buClr>
              <a:buFont typeface="Roboto"/>
              <a:defRPr>
                <a:solidFill>
                  <a:schemeClr val="lt2"/>
                </a:solidFill>
                <a:latin typeface="Roboto"/>
                <a:ea typeface="Roboto"/>
                <a:cs typeface="Roboto"/>
                <a:sym typeface="Roboto"/>
              </a:defRPr>
            </a:lvl2pPr>
            <a:lvl3pPr lvl="2">
              <a:lnSpc>
                <a:spcPct val="115000"/>
              </a:lnSpc>
              <a:spcBef>
                <a:spcPts val="0"/>
              </a:spcBef>
              <a:spcAft>
                <a:spcPts val="1600"/>
              </a:spcAft>
              <a:buClr>
                <a:schemeClr val="lt2"/>
              </a:buClr>
              <a:buFont typeface="Roboto"/>
              <a:defRPr>
                <a:solidFill>
                  <a:schemeClr val="lt2"/>
                </a:solidFill>
                <a:latin typeface="Roboto"/>
                <a:ea typeface="Roboto"/>
                <a:cs typeface="Roboto"/>
                <a:sym typeface="Roboto"/>
              </a:defRPr>
            </a:lvl3pPr>
            <a:lvl4pPr lvl="3">
              <a:lnSpc>
                <a:spcPct val="115000"/>
              </a:lnSpc>
              <a:spcBef>
                <a:spcPts val="0"/>
              </a:spcBef>
              <a:spcAft>
                <a:spcPts val="1600"/>
              </a:spcAft>
              <a:buClr>
                <a:schemeClr val="lt2"/>
              </a:buClr>
              <a:buFont typeface="Roboto"/>
              <a:defRPr>
                <a:solidFill>
                  <a:schemeClr val="lt2"/>
                </a:solidFill>
                <a:latin typeface="Roboto"/>
                <a:ea typeface="Roboto"/>
                <a:cs typeface="Roboto"/>
                <a:sym typeface="Roboto"/>
              </a:defRPr>
            </a:lvl4pPr>
            <a:lvl5pPr lvl="4">
              <a:lnSpc>
                <a:spcPct val="115000"/>
              </a:lnSpc>
              <a:spcBef>
                <a:spcPts val="0"/>
              </a:spcBef>
              <a:spcAft>
                <a:spcPts val="1600"/>
              </a:spcAft>
              <a:buClr>
                <a:schemeClr val="lt2"/>
              </a:buClr>
              <a:buFont typeface="Roboto"/>
              <a:defRPr>
                <a:solidFill>
                  <a:schemeClr val="lt2"/>
                </a:solidFill>
                <a:latin typeface="Roboto"/>
                <a:ea typeface="Roboto"/>
                <a:cs typeface="Roboto"/>
                <a:sym typeface="Roboto"/>
              </a:defRPr>
            </a:lvl5pPr>
            <a:lvl6pPr lvl="5">
              <a:lnSpc>
                <a:spcPct val="115000"/>
              </a:lnSpc>
              <a:spcBef>
                <a:spcPts val="0"/>
              </a:spcBef>
              <a:spcAft>
                <a:spcPts val="1600"/>
              </a:spcAft>
              <a:buClr>
                <a:schemeClr val="lt2"/>
              </a:buClr>
              <a:buFont typeface="Roboto"/>
              <a:defRPr>
                <a:solidFill>
                  <a:schemeClr val="lt2"/>
                </a:solidFill>
                <a:latin typeface="Roboto"/>
                <a:ea typeface="Roboto"/>
                <a:cs typeface="Roboto"/>
                <a:sym typeface="Roboto"/>
              </a:defRPr>
            </a:lvl6pPr>
            <a:lvl7pPr lvl="6">
              <a:lnSpc>
                <a:spcPct val="115000"/>
              </a:lnSpc>
              <a:spcBef>
                <a:spcPts val="0"/>
              </a:spcBef>
              <a:spcAft>
                <a:spcPts val="1600"/>
              </a:spcAft>
              <a:buClr>
                <a:schemeClr val="lt2"/>
              </a:buClr>
              <a:buFont typeface="Roboto"/>
              <a:defRPr>
                <a:solidFill>
                  <a:schemeClr val="lt2"/>
                </a:solidFill>
                <a:latin typeface="Roboto"/>
                <a:ea typeface="Roboto"/>
                <a:cs typeface="Roboto"/>
                <a:sym typeface="Roboto"/>
              </a:defRPr>
            </a:lvl7pPr>
            <a:lvl8pPr lvl="7">
              <a:lnSpc>
                <a:spcPct val="115000"/>
              </a:lnSpc>
              <a:spcBef>
                <a:spcPts val="0"/>
              </a:spcBef>
              <a:spcAft>
                <a:spcPts val="1600"/>
              </a:spcAft>
              <a:buClr>
                <a:schemeClr val="lt2"/>
              </a:buClr>
              <a:buFont typeface="Roboto"/>
              <a:defRPr>
                <a:solidFill>
                  <a:schemeClr val="lt2"/>
                </a:solidFill>
                <a:latin typeface="Roboto"/>
                <a:ea typeface="Roboto"/>
                <a:cs typeface="Roboto"/>
                <a:sym typeface="Roboto"/>
              </a:defRPr>
            </a:lvl8pPr>
            <a:lvl9pPr lvl="8">
              <a:lnSpc>
                <a:spcPct val="115000"/>
              </a:lnSpc>
              <a:spcBef>
                <a:spcPts val="0"/>
              </a:spcBef>
              <a:spcAft>
                <a:spcPts val="1600"/>
              </a:spcAft>
              <a:buClr>
                <a:schemeClr val="lt2"/>
              </a:buClr>
              <a:buFont typeface="Roboto"/>
              <a:defRPr>
                <a:solidFill>
                  <a:schemeClr val="lt2"/>
                </a:solidFill>
                <a:latin typeface="Roboto"/>
                <a:ea typeface="Roboto"/>
                <a:cs typeface="Roboto"/>
                <a:sym typeface="Roboto"/>
              </a:defRPr>
            </a:lvl9pPr>
          </a:lstStyle>
          <a:p>
            <a:endParaRPr/>
          </a:p>
        </p:txBody>
      </p:sp>
      <p:sp>
        <p:nvSpPr>
          <p:cNvPr id="8" name="Shape 8"/>
          <p:cNvSpPr txBox="1">
            <a:spLocks noGrp="1"/>
          </p:cNvSpPr>
          <p:nvPr>
            <p:ph type="sldNum" idx="12"/>
          </p:nvPr>
        </p:nvSpPr>
        <p:spPr>
          <a:xfrm>
            <a:off x="8523541" y="6260830"/>
            <a:ext cx="548700" cy="5247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en" sz="1000">
                <a:solidFill>
                  <a:schemeClr val="lt2"/>
                </a:solidFill>
                <a:latin typeface="Roboto"/>
                <a:ea typeface="Roboto"/>
                <a:cs typeface="Roboto"/>
                <a:sym typeface="Roboto"/>
              </a:r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Shape 67"/>
          <p:cNvSpPr txBox="1">
            <a:spLocks noGrp="1"/>
          </p:cNvSpPr>
          <p:nvPr>
            <p:ph type="ctrTitle"/>
          </p:nvPr>
        </p:nvSpPr>
        <p:spPr>
          <a:xfrm>
            <a:off x="966275" y="1774924"/>
            <a:ext cx="7738200" cy="2924700"/>
          </a:xfrm>
          <a:prstGeom prst="rect">
            <a:avLst/>
          </a:prstGeom>
        </p:spPr>
        <p:txBody>
          <a:bodyPr lIns="91425" tIns="91425" rIns="91425" bIns="91425" anchor="b" anchorCtr="0">
            <a:noAutofit/>
          </a:bodyPr>
          <a:lstStyle/>
          <a:p>
            <a:pPr lvl="0">
              <a:spcBef>
                <a:spcPts val="0"/>
              </a:spcBef>
              <a:buNone/>
            </a:pPr>
            <a:r>
              <a:rPr lang="en" dirty="0">
                <a:latin typeface="Calibri Light" charset="0"/>
                <a:ea typeface="Calibri Light" charset="0"/>
                <a:cs typeface="Calibri Light" charset="0"/>
                <a:sym typeface="Calibri"/>
              </a:rPr>
              <a:t>What is the Relationship Between </a:t>
            </a:r>
            <a:r>
              <a:rPr lang="en" dirty="0">
                <a:solidFill>
                  <a:schemeClr val="accent6"/>
                </a:solidFill>
                <a:latin typeface="Calibri Light" charset="0"/>
                <a:ea typeface="Calibri Light" charset="0"/>
                <a:cs typeface="Calibri Light" charset="0"/>
                <a:sym typeface="Calibri"/>
              </a:rPr>
              <a:t>Hand Size</a:t>
            </a:r>
            <a:r>
              <a:rPr lang="en" dirty="0">
                <a:latin typeface="Calibri Light" charset="0"/>
                <a:ea typeface="Calibri Light" charset="0"/>
                <a:cs typeface="Calibri Light" charset="0"/>
                <a:sym typeface="Calibri"/>
              </a:rPr>
              <a:t> and </a:t>
            </a:r>
            <a:r>
              <a:rPr lang="en" dirty="0">
                <a:solidFill>
                  <a:schemeClr val="accent6"/>
                </a:solidFill>
                <a:latin typeface="Calibri Light" charset="0"/>
                <a:ea typeface="Calibri Light" charset="0"/>
                <a:cs typeface="Calibri Light" charset="0"/>
                <a:sym typeface="Calibri"/>
              </a:rPr>
              <a:t>Weight</a:t>
            </a:r>
            <a:r>
              <a:rPr lang="en" dirty="0">
                <a:latin typeface="Calibri Light" charset="0"/>
                <a:ea typeface="Calibri Light" charset="0"/>
                <a:cs typeface="Calibri Light" charset="0"/>
                <a:sym typeface="Calibri"/>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a:spcBef>
                <a:spcPts val="0"/>
              </a:spcBef>
              <a:buNone/>
            </a:pPr>
            <a:r>
              <a:rPr lang="en" dirty="0">
                <a:latin typeface="Calibri Light" charset="0"/>
                <a:ea typeface="Calibri Light" charset="0"/>
                <a:cs typeface="Calibri Light" charset="0"/>
              </a:rPr>
              <a:t>Background</a:t>
            </a:r>
          </a:p>
        </p:txBody>
      </p:sp>
      <p:sp>
        <p:nvSpPr>
          <p:cNvPr id="73" name="Shape 73"/>
          <p:cNvSpPr txBox="1">
            <a:spLocks noGrp="1"/>
          </p:cNvSpPr>
          <p:nvPr>
            <p:ph type="body" idx="1"/>
          </p:nvPr>
        </p:nvSpPr>
        <p:spPr>
          <a:xfrm>
            <a:off x="471900" y="2558766"/>
            <a:ext cx="8222100" cy="3613500"/>
          </a:xfrm>
          <a:prstGeom prst="rect">
            <a:avLst/>
          </a:prstGeom>
        </p:spPr>
        <p:txBody>
          <a:bodyPr lIns="91425" tIns="91425" rIns="91425" bIns="91425" anchor="t" anchorCtr="0">
            <a:noAutofit/>
          </a:bodyPr>
          <a:lstStyle/>
          <a:p>
            <a:pPr lvl="0" rtl="0">
              <a:spcBef>
                <a:spcPts val="0"/>
              </a:spcBef>
              <a:spcAft>
                <a:spcPts val="1000"/>
              </a:spcAft>
              <a:buNone/>
            </a:pPr>
            <a:r>
              <a:rPr lang="en" sz="2400" dirty="0">
                <a:solidFill>
                  <a:schemeClr val="dk1"/>
                </a:solidFill>
                <a:latin typeface="Calibri Light" charset="0"/>
                <a:ea typeface="Calibri Light" charset="0"/>
                <a:cs typeface="Calibri Light" charset="0"/>
                <a:sym typeface="Calibri"/>
              </a:rPr>
              <a:t>Weight</a:t>
            </a:r>
            <a:r>
              <a:rPr lang="en" sz="2400" dirty="0">
                <a:solidFill>
                  <a:srgbClr val="000000"/>
                </a:solidFill>
                <a:latin typeface="Calibri Light" charset="0"/>
                <a:ea typeface="Calibri Light" charset="0"/>
                <a:cs typeface="Calibri Light" charset="0"/>
                <a:sym typeface="Calibri"/>
              </a:rPr>
              <a:t> is an important measurement for medical and other purposes</a:t>
            </a:r>
          </a:p>
          <a:p>
            <a:pPr lvl="0" rtl="0">
              <a:spcBef>
                <a:spcPts val="0"/>
              </a:spcBef>
              <a:spcAft>
                <a:spcPts val="1000"/>
              </a:spcAft>
              <a:buNone/>
            </a:pPr>
            <a:endParaRPr sz="1200" dirty="0">
              <a:solidFill>
                <a:srgbClr val="000000"/>
              </a:solidFill>
              <a:latin typeface="Calibri Light" charset="0"/>
              <a:ea typeface="Calibri Light" charset="0"/>
              <a:cs typeface="Calibri Light" charset="0"/>
              <a:sym typeface="Calibri"/>
            </a:endParaRPr>
          </a:p>
          <a:p>
            <a:pPr lvl="0" rtl="0">
              <a:spcBef>
                <a:spcPts val="1000"/>
              </a:spcBef>
              <a:spcAft>
                <a:spcPts val="1000"/>
              </a:spcAft>
              <a:buNone/>
            </a:pPr>
            <a:r>
              <a:rPr lang="en" sz="2400" dirty="0">
                <a:solidFill>
                  <a:schemeClr val="dk1"/>
                </a:solidFill>
                <a:latin typeface="Calibri Light" charset="0"/>
                <a:ea typeface="Calibri Light" charset="0"/>
                <a:cs typeface="Calibri Light" charset="0"/>
                <a:sym typeface="Calibri"/>
              </a:rPr>
              <a:t>Weight </a:t>
            </a:r>
            <a:r>
              <a:rPr lang="en" sz="2400" dirty="0">
                <a:solidFill>
                  <a:srgbClr val="000000"/>
                </a:solidFill>
                <a:latin typeface="Calibri Light" charset="0"/>
                <a:ea typeface="Calibri Light" charset="0"/>
                <a:cs typeface="Calibri Light" charset="0"/>
                <a:sym typeface="Calibri"/>
              </a:rPr>
              <a:t>is a sensitive topic</a:t>
            </a:r>
          </a:p>
          <a:p>
            <a:pPr lvl="0" rtl="0">
              <a:spcBef>
                <a:spcPts val="1000"/>
              </a:spcBef>
              <a:spcAft>
                <a:spcPts val="1000"/>
              </a:spcAft>
              <a:buNone/>
            </a:pPr>
            <a:endParaRPr sz="1200" dirty="0">
              <a:solidFill>
                <a:srgbClr val="000000"/>
              </a:solidFill>
              <a:latin typeface="Calibri Light" charset="0"/>
              <a:ea typeface="Calibri Light" charset="0"/>
              <a:cs typeface="Calibri Light" charset="0"/>
              <a:sym typeface="Calibri"/>
            </a:endParaRPr>
          </a:p>
          <a:p>
            <a:pPr lvl="0" rtl="0">
              <a:spcBef>
                <a:spcPts val="0"/>
              </a:spcBef>
              <a:spcAft>
                <a:spcPts val="1000"/>
              </a:spcAft>
              <a:buNone/>
            </a:pPr>
            <a:r>
              <a:rPr lang="en" sz="2400" dirty="0">
                <a:solidFill>
                  <a:srgbClr val="000000"/>
                </a:solidFill>
                <a:latin typeface="Calibri Light" charset="0"/>
                <a:ea typeface="Calibri Light" charset="0"/>
                <a:cs typeface="Calibri Light" charset="0"/>
                <a:sym typeface="Calibri"/>
              </a:rPr>
              <a:t>If we could predict </a:t>
            </a:r>
            <a:r>
              <a:rPr lang="en" sz="2400" dirty="0">
                <a:solidFill>
                  <a:schemeClr val="dk1"/>
                </a:solidFill>
                <a:latin typeface="Calibri Light" charset="0"/>
                <a:ea typeface="Calibri Light" charset="0"/>
                <a:cs typeface="Calibri Light" charset="0"/>
                <a:sym typeface="Calibri"/>
              </a:rPr>
              <a:t>weight</a:t>
            </a:r>
            <a:r>
              <a:rPr lang="en" sz="2400" dirty="0">
                <a:solidFill>
                  <a:schemeClr val="accent3"/>
                </a:solidFill>
                <a:latin typeface="Calibri Light" charset="0"/>
                <a:ea typeface="Calibri Light" charset="0"/>
                <a:cs typeface="Calibri Light" charset="0"/>
                <a:sym typeface="Calibri"/>
              </a:rPr>
              <a:t> </a:t>
            </a:r>
            <a:r>
              <a:rPr lang="en" sz="2400" dirty="0">
                <a:solidFill>
                  <a:srgbClr val="000000"/>
                </a:solidFill>
                <a:latin typeface="Calibri Light" charset="0"/>
                <a:ea typeface="Calibri Light" charset="0"/>
                <a:cs typeface="Calibri Light" charset="0"/>
                <a:sym typeface="Calibri"/>
              </a:rPr>
              <a:t>from </a:t>
            </a:r>
            <a:r>
              <a:rPr lang="en" sz="2400" dirty="0">
                <a:solidFill>
                  <a:schemeClr val="accent2"/>
                </a:solidFill>
                <a:latin typeface="Calibri Light" charset="0"/>
                <a:ea typeface="Calibri Light" charset="0"/>
                <a:cs typeface="Calibri Light" charset="0"/>
                <a:sym typeface="Calibri"/>
              </a:rPr>
              <a:t>other measurements </a:t>
            </a:r>
            <a:r>
              <a:rPr lang="en" sz="2400" dirty="0">
                <a:solidFill>
                  <a:srgbClr val="000000"/>
                </a:solidFill>
                <a:latin typeface="Calibri Light" charset="0"/>
                <a:ea typeface="Calibri Light" charset="0"/>
                <a:cs typeface="Calibri Light" charset="0"/>
                <a:sym typeface="Calibri"/>
              </a:rPr>
              <a:t>that everyone feels comfortable disclosing, that would be useful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rtl="0">
              <a:spcBef>
                <a:spcPts val="0"/>
              </a:spcBef>
              <a:buNone/>
            </a:pPr>
            <a:r>
              <a:rPr lang="en" dirty="0">
                <a:latin typeface="Calibri Light" charset="0"/>
                <a:ea typeface="Calibri Light" charset="0"/>
                <a:cs typeface="Calibri Light" charset="0"/>
              </a:rPr>
              <a:t>Our </a:t>
            </a:r>
            <a:r>
              <a:rPr lang="en-US" dirty="0" smtClean="0">
                <a:latin typeface="Calibri Light" charset="0"/>
                <a:ea typeface="Calibri Light" charset="0"/>
                <a:cs typeface="Calibri Light" charset="0"/>
              </a:rPr>
              <a:t>Survey</a:t>
            </a:r>
            <a:endParaRPr lang="en" dirty="0">
              <a:latin typeface="Calibri Light" charset="0"/>
              <a:ea typeface="Calibri Light" charset="0"/>
              <a:cs typeface="Calibri Light" charset="0"/>
            </a:endParaRPr>
          </a:p>
        </p:txBody>
      </p:sp>
      <p:sp>
        <p:nvSpPr>
          <p:cNvPr id="85" name="Shape 85"/>
          <p:cNvSpPr txBox="1">
            <a:spLocks noGrp="1"/>
          </p:cNvSpPr>
          <p:nvPr>
            <p:ph type="body" idx="1"/>
          </p:nvPr>
        </p:nvSpPr>
        <p:spPr>
          <a:xfrm>
            <a:off x="471900" y="2558766"/>
            <a:ext cx="8222100" cy="3613500"/>
          </a:xfrm>
          <a:prstGeom prst="rect">
            <a:avLst/>
          </a:prstGeom>
        </p:spPr>
        <p:txBody>
          <a:bodyPr lIns="91425" tIns="91425" rIns="91425" bIns="91425" anchor="t" anchorCtr="0">
            <a:noAutofit/>
          </a:bodyPr>
          <a:lstStyle/>
          <a:p>
            <a:pPr lvl="0">
              <a:spcBef>
                <a:spcPts val="0"/>
              </a:spcBef>
              <a:buNone/>
            </a:pPr>
            <a:r>
              <a:rPr lang="en" sz="2400" dirty="0">
                <a:solidFill>
                  <a:schemeClr val="dk1"/>
                </a:solidFill>
                <a:latin typeface="Calibri Light" charset="0"/>
                <a:ea typeface="Calibri Light" charset="0"/>
                <a:cs typeface="Calibri Light" charset="0"/>
                <a:sym typeface="Calibri"/>
              </a:rPr>
              <a:t>Population</a:t>
            </a:r>
            <a:r>
              <a:rPr lang="en" sz="2400" dirty="0">
                <a:solidFill>
                  <a:srgbClr val="000000"/>
                </a:solidFill>
                <a:latin typeface="Calibri Light" charset="0"/>
                <a:ea typeface="Calibri Light" charset="0"/>
                <a:cs typeface="Calibri Light" charset="0"/>
                <a:sym typeface="Calibri"/>
              </a:rPr>
              <a:t>: Lynbrook High School </a:t>
            </a:r>
            <a:r>
              <a:rPr lang="en" sz="2400" dirty="0" smtClean="0">
                <a:solidFill>
                  <a:srgbClr val="000000"/>
                </a:solidFill>
                <a:latin typeface="Calibri Light" charset="0"/>
                <a:ea typeface="Calibri Light" charset="0"/>
                <a:cs typeface="Calibri Light" charset="0"/>
                <a:sym typeface="Calibri"/>
              </a:rPr>
              <a:t>students</a:t>
            </a:r>
            <a:r>
              <a:rPr lang="en-US" sz="2400" dirty="0" smtClean="0">
                <a:solidFill>
                  <a:srgbClr val="000000"/>
                </a:solidFill>
                <a:latin typeface="Calibri Light" charset="0"/>
                <a:ea typeface="Calibri Light" charset="0"/>
                <a:cs typeface="Calibri Light" charset="0"/>
                <a:sym typeface="Calibri"/>
              </a:rPr>
              <a:t> (teenagers only</a:t>
            </a:r>
            <a:r>
              <a:rPr lang="mr-IN" sz="2400" dirty="0" smtClean="0">
                <a:solidFill>
                  <a:srgbClr val="000000"/>
                </a:solidFill>
                <a:latin typeface="Calibri Light" charset="0"/>
                <a:ea typeface="Calibri Light" charset="0"/>
                <a:cs typeface="Calibri Light" charset="0"/>
                <a:sym typeface="Calibri"/>
              </a:rPr>
              <a:t>…</a:t>
            </a:r>
            <a:r>
              <a:rPr lang="en-US" sz="2400" dirty="0" smtClean="0">
                <a:solidFill>
                  <a:srgbClr val="000000"/>
                </a:solidFill>
                <a:latin typeface="Calibri Light" charset="0"/>
                <a:ea typeface="Calibri Light" charset="0"/>
                <a:cs typeface="Calibri Light" charset="0"/>
                <a:sym typeface="Calibri"/>
              </a:rPr>
              <a:t>)</a:t>
            </a:r>
            <a:endParaRPr lang="en" sz="2400" dirty="0">
              <a:solidFill>
                <a:srgbClr val="000000"/>
              </a:solidFill>
              <a:latin typeface="Calibri Light" charset="0"/>
              <a:ea typeface="Calibri Light" charset="0"/>
              <a:cs typeface="Calibri Light" charset="0"/>
              <a:sym typeface="Calibri"/>
            </a:endParaRPr>
          </a:p>
          <a:p>
            <a:pPr lvl="0">
              <a:spcBef>
                <a:spcPts val="0"/>
              </a:spcBef>
              <a:buNone/>
            </a:pPr>
            <a:r>
              <a:rPr lang="en" sz="2400" dirty="0">
                <a:solidFill>
                  <a:schemeClr val="dk1"/>
                </a:solidFill>
                <a:latin typeface="Calibri Light" charset="0"/>
                <a:ea typeface="Calibri Light" charset="0"/>
                <a:cs typeface="Calibri Light" charset="0"/>
                <a:sym typeface="Calibri"/>
              </a:rPr>
              <a:t>Sampling Frame</a:t>
            </a:r>
            <a:r>
              <a:rPr lang="en" sz="2400" dirty="0">
                <a:solidFill>
                  <a:srgbClr val="000000"/>
                </a:solidFill>
                <a:latin typeface="Calibri Light" charset="0"/>
                <a:ea typeface="Calibri Light" charset="0"/>
                <a:cs typeface="Calibri Light" charset="0"/>
                <a:sym typeface="Calibri"/>
              </a:rPr>
              <a:t>: Lynbrook Yearbook Roster (from John)</a:t>
            </a:r>
          </a:p>
          <a:p>
            <a:pPr lvl="0">
              <a:spcBef>
                <a:spcPts val="0"/>
              </a:spcBef>
              <a:buNone/>
            </a:pPr>
            <a:r>
              <a:rPr lang="en" sz="2400" dirty="0">
                <a:solidFill>
                  <a:schemeClr val="dk1"/>
                </a:solidFill>
                <a:latin typeface="Calibri Light" charset="0"/>
                <a:ea typeface="Calibri Light" charset="0"/>
                <a:cs typeface="Calibri Light" charset="0"/>
                <a:sym typeface="Calibri"/>
              </a:rPr>
              <a:t>Explanatory Variable</a:t>
            </a:r>
            <a:r>
              <a:rPr lang="en" sz="2400" dirty="0">
                <a:solidFill>
                  <a:srgbClr val="000000"/>
                </a:solidFill>
                <a:latin typeface="Calibri Light" charset="0"/>
                <a:ea typeface="Calibri Light" charset="0"/>
                <a:cs typeface="Calibri Light" charset="0"/>
                <a:sym typeface="Calibri"/>
              </a:rPr>
              <a:t>: Hand Size (in)</a:t>
            </a:r>
          </a:p>
          <a:p>
            <a:pPr lvl="0" rtl="0">
              <a:spcBef>
                <a:spcPts val="0"/>
              </a:spcBef>
              <a:buNone/>
            </a:pPr>
            <a:r>
              <a:rPr lang="en" sz="2400" dirty="0">
                <a:solidFill>
                  <a:schemeClr val="dk1"/>
                </a:solidFill>
                <a:latin typeface="Calibri Light" charset="0"/>
                <a:ea typeface="Calibri Light" charset="0"/>
                <a:cs typeface="Calibri Light" charset="0"/>
                <a:sym typeface="Calibri"/>
              </a:rPr>
              <a:t>Response Variable</a:t>
            </a:r>
            <a:r>
              <a:rPr lang="en" sz="2400" dirty="0">
                <a:solidFill>
                  <a:srgbClr val="000000"/>
                </a:solidFill>
                <a:latin typeface="Calibri Light" charset="0"/>
                <a:ea typeface="Calibri Light" charset="0"/>
                <a:cs typeface="Calibri Light" charset="0"/>
                <a:sym typeface="Calibri"/>
              </a:rPr>
              <a:t>: Weight (</a:t>
            </a:r>
            <a:r>
              <a:rPr lang="en" sz="2400" dirty="0" err="1">
                <a:solidFill>
                  <a:srgbClr val="000000"/>
                </a:solidFill>
                <a:latin typeface="Calibri Light" charset="0"/>
                <a:ea typeface="Calibri Light" charset="0"/>
                <a:cs typeface="Calibri Light" charset="0"/>
                <a:sym typeface="Calibri"/>
              </a:rPr>
              <a:t>lb</a:t>
            </a:r>
            <a:r>
              <a:rPr lang="en" sz="2400" dirty="0">
                <a:solidFill>
                  <a:srgbClr val="000000"/>
                </a:solidFill>
                <a:latin typeface="Calibri Light" charset="0"/>
                <a:ea typeface="Calibri Light" charset="0"/>
                <a:cs typeface="Calibri Light" charset="0"/>
                <a:sym typeface="Calibri"/>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Shape 78"/>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a:spcBef>
                <a:spcPts val="0"/>
              </a:spcBef>
              <a:buNone/>
            </a:pPr>
            <a:r>
              <a:rPr lang="en" dirty="0">
                <a:latin typeface="Calibri Light" charset="0"/>
                <a:ea typeface="Calibri Light" charset="0"/>
                <a:cs typeface="Calibri Light" charset="0"/>
              </a:rPr>
              <a:t>Our Hypothesis</a:t>
            </a:r>
          </a:p>
        </p:txBody>
      </p:sp>
      <p:sp>
        <p:nvSpPr>
          <p:cNvPr id="79" name="Shape 79"/>
          <p:cNvSpPr txBox="1">
            <a:spLocks noGrp="1"/>
          </p:cNvSpPr>
          <p:nvPr>
            <p:ph type="body" idx="1"/>
          </p:nvPr>
        </p:nvSpPr>
        <p:spPr>
          <a:xfrm>
            <a:off x="471900" y="2558766"/>
            <a:ext cx="8222100" cy="3613500"/>
          </a:xfrm>
          <a:prstGeom prst="rect">
            <a:avLst/>
          </a:prstGeom>
        </p:spPr>
        <p:txBody>
          <a:bodyPr lIns="91425" tIns="91425" rIns="91425" bIns="91425" anchor="t" anchorCtr="0">
            <a:noAutofit/>
          </a:bodyPr>
          <a:lstStyle/>
          <a:p>
            <a:pPr lvl="0">
              <a:spcBef>
                <a:spcPts val="0"/>
              </a:spcBef>
              <a:buNone/>
            </a:pPr>
            <a:r>
              <a:rPr lang="en" sz="2400">
                <a:solidFill>
                  <a:srgbClr val="000000"/>
                </a:solidFill>
                <a:latin typeface="Calibri Light" charset="0"/>
                <a:ea typeface="Calibri Light" charset="0"/>
                <a:cs typeface="Calibri Light" charset="0"/>
                <a:sym typeface="Calibri"/>
              </a:rPr>
              <a:t>H</a:t>
            </a:r>
            <a:r>
              <a:rPr lang="en" sz="2400" baseline="-25000">
                <a:solidFill>
                  <a:srgbClr val="000000"/>
                </a:solidFill>
                <a:latin typeface="Calibri Light" charset="0"/>
                <a:ea typeface="Calibri Light" charset="0"/>
                <a:cs typeface="Calibri Light" charset="0"/>
                <a:sym typeface="Calibri"/>
              </a:rPr>
              <a:t>0</a:t>
            </a:r>
            <a:r>
              <a:rPr lang="en" sz="2400">
                <a:solidFill>
                  <a:srgbClr val="000000"/>
                </a:solidFill>
                <a:latin typeface="Calibri Light" charset="0"/>
                <a:ea typeface="Calibri Light" charset="0"/>
                <a:cs typeface="Calibri Light" charset="0"/>
                <a:sym typeface="Calibri"/>
              </a:rPr>
              <a:t>: There is no association between hand size and weight for students at Lynbrook High School. 	 </a:t>
            </a:r>
            <a:r>
              <a:rPr lang="en" sz="2400">
                <a:solidFill>
                  <a:schemeClr val="dk1"/>
                </a:solidFill>
                <a:latin typeface="Calibri Light" charset="0"/>
                <a:ea typeface="Calibri Light" charset="0"/>
                <a:cs typeface="Calibri Light" charset="0"/>
                <a:sym typeface="Calibri"/>
              </a:rPr>
              <a:t>β</a:t>
            </a:r>
            <a:r>
              <a:rPr lang="en" sz="2400" baseline="-25000">
                <a:solidFill>
                  <a:schemeClr val="dk1"/>
                </a:solidFill>
                <a:latin typeface="Calibri Light" charset="0"/>
                <a:ea typeface="Calibri Light" charset="0"/>
                <a:cs typeface="Calibri Light" charset="0"/>
                <a:sym typeface="Calibri"/>
              </a:rPr>
              <a:t>1</a:t>
            </a:r>
            <a:r>
              <a:rPr lang="en" sz="2400">
                <a:solidFill>
                  <a:schemeClr val="dk1"/>
                </a:solidFill>
                <a:latin typeface="Calibri Light" charset="0"/>
                <a:ea typeface="Calibri Light" charset="0"/>
                <a:cs typeface="Calibri Light" charset="0"/>
                <a:sym typeface="Calibri"/>
              </a:rPr>
              <a:t>= 0</a:t>
            </a:r>
          </a:p>
          <a:p>
            <a:pPr lvl="0">
              <a:spcBef>
                <a:spcPts val="0"/>
              </a:spcBef>
              <a:buNone/>
            </a:pPr>
            <a:r>
              <a:rPr lang="en" sz="2400">
                <a:solidFill>
                  <a:srgbClr val="000000"/>
                </a:solidFill>
                <a:latin typeface="Calibri Light" charset="0"/>
                <a:ea typeface="Calibri Light" charset="0"/>
                <a:cs typeface="Calibri Light" charset="0"/>
                <a:sym typeface="Calibri"/>
              </a:rPr>
              <a:t>H</a:t>
            </a:r>
            <a:r>
              <a:rPr lang="en" sz="2400" baseline="-25000">
                <a:solidFill>
                  <a:srgbClr val="000000"/>
                </a:solidFill>
                <a:latin typeface="Calibri Light" charset="0"/>
                <a:ea typeface="Calibri Light" charset="0"/>
                <a:cs typeface="Calibri Light" charset="0"/>
                <a:sym typeface="Calibri"/>
              </a:rPr>
              <a:t>A</a:t>
            </a:r>
            <a:r>
              <a:rPr lang="en" sz="2400">
                <a:solidFill>
                  <a:srgbClr val="000000"/>
                </a:solidFill>
                <a:latin typeface="Calibri Light" charset="0"/>
                <a:ea typeface="Calibri Light" charset="0"/>
                <a:cs typeface="Calibri Light" charset="0"/>
                <a:sym typeface="Calibri"/>
              </a:rPr>
              <a:t>: There is an association between hand size and weight for students at Lynbrook High School.	</a:t>
            </a:r>
            <a:r>
              <a:rPr lang="en" sz="2400">
                <a:solidFill>
                  <a:schemeClr val="dk1"/>
                </a:solidFill>
                <a:latin typeface="Calibri Light" charset="0"/>
                <a:ea typeface="Calibri Light" charset="0"/>
                <a:cs typeface="Calibri Light" charset="0"/>
                <a:sym typeface="Calibri"/>
              </a:rPr>
              <a:t> β</a:t>
            </a:r>
            <a:r>
              <a:rPr lang="en" sz="2400" baseline="-25000">
                <a:solidFill>
                  <a:schemeClr val="dk1"/>
                </a:solidFill>
                <a:latin typeface="Calibri Light" charset="0"/>
                <a:ea typeface="Calibri Light" charset="0"/>
                <a:cs typeface="Calibri Light" charset="0"/>
                <a:sym typeface="Calibri"/>
              </a:rPr>
              <a:t>1</a:t>
            </a:r>
            <a:r>
              <a:rPr lang="en" sz="2400">
                <a:solidFill>
                  <a:schemeClr val="dk1"/>
                </a:solidFill>
                <a:highlight>
                  <a:srgbClr val="FFFFFF"/>
                </a:highlight>
                <a:latin typeface="Calibri Light" charset="0"/>
                <a:ea typeface="Calibri Light" charset="0"/>
                <a:cs typeface="Calibri Light" charset="0"/>
              </a:rPr>
              <a:t>≠ 0</a:t>
            </a:r>
          </a:p>
          <a:p>
            <a:pPr lvl="0">
              <a:spcBef>
                <a:spcPts val="0"/>
              </a:spcBef>
              <a:buNone/>
            </a:pPr>
            <a:endParaRPr sz="2400">
              <a:solidFill>
                <a:srgbClr val="000000"/>
              </a:solidFill>
              <a:latin typeface="Calibri Light" charset="0"/>
              <a:ea typeface="Calibri Light" charset="0"/>
              <a:cs typeface="Calibri Light" charset="0"/>
              <a:sym typeface="Calibri"/>
            </a:endParaRPr>
          </a:p>
          <a:p>
            <a:pPr lvl="0">
              <a:spcBef>
                <a:spcPts val="0"/>
              </a:spcBef>
              <a:buNone/>
            </a:pPr>
            <a:r>
              <a:rPr lang="en" sz="2400">
                <a:solidFill>
                  <a:srgbClr val="000000"/>
                </a:solidFill>
                <a:latin typeface="Calibri Light" charset="0"/>
                <a:ea typeface="Calibri Light" charset="0"/>
                <a:cs typeface="Calibri Light" charset="0"/>
                <a:sym typeface="Calibri"/>
              </a:rPr>
              <a:t>We will be using an alpha level of </a:t>
            </a:r>
            <a:r>
              <a:rPr lang="en" sz="2400">
                <a:solidFill>
                  <a:schemeClr val="dk1"/>
                </a:solidFill>
                <a:latin typeface="Calibri Light" charset="0"/>
                <a:ea typeface="Calibri Light" charset="0"/>
                <a:cs typeface="Calibri Light" charset="0"/>
                <a:sym typeface="Calibri"/>
              </a:rPr>
              <a:t>0.05</a:t>
            </a:r>
            <a:r>
              <a:rPr lang="en" sz="2400">
                <a:solidFill>
                  <a:srgbClr val="000000"/>
                </a:solidFill>
                <a:latin typeface="Calibri Light" charset="0"/>
                <a:ea typeface="Calibri Light" charset="0"/>
                <a:cs typeface="Calibri Light" charset="0"/>
                <a:sym typeface="Calibri"/>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a:spcBef>
                <a:spcPts val="0"/>
              </a:spcBef>
              <a:buNone/>
            </a:pPr>
            <a:r>
              <a:rPr lang="en" dirty="0">
                <a:latin typeface="Calibri Light" charset="0"/>
                <a:ea typeface="Calibri Light" charset="0"/>
                <a:cs typeface="Calibri Light" charset="0"/>
              </a:rPr>
              <a:t>Data Collection</a:t>
            </a:r>
          </a:p>
        </p:txBody>
      </p:sp>
      <p:sp>
        <p:nvSpPr>
          <p:cNvPr id="91" name="Shape 91"/>
          <p:cNvSpPr txBox="1"/>
          <p:nvPr/>
        </p:nvSpPr>
        <p:spPr>
          <a:xfrm>
            <a:off x="525300" y="2647475"/>
            <a:ext cx="8096700" cy="3626400"/>
          </a:xfrm>
          <a:prstGeom prst="rect">
            <a:avLst/>
          </a:prstGeom>
          <a:noFill/>
          <a:ln>
            <a:noFill/>
          </a:ln>
        </p:spPr>
        <p:txBody>
          <a:bodyPr lIns="91425" tIns="91425" rIns="91425" bIns="91425" anchor="t" anchorCtr="0">
            <a:noAutofit/>
          </a:bodyPr>
          <a:lstStyle/>
          <a:p>
            <a:pPr lvl="0">
              <a:spcBef>
                <a:spcPts val="0"/>
              </a:spcBef>
              <a:spcAft>
                <a:spcPts val="1000"/>
              </a:spcAft>
              <a:buNone/>
            </a:pPr>
            <a:r>
              <a:rPr lang="en" sz="2400" dirty="0">
                <a:solidFill>
                  <a:schemeClr val="dk1"/>
                </a:solidFill>
                <a:latin typeface="Calibri Light" charset="0"/>
                <a:ea typeface="Calibri Light" charset="0"/>
                <a:cs typeface="Calibri Light" charset="0"/>
                <a:sym typeface="Calibri"/>
              </a:rPr>
              <a:t>Yearbook roster</a:t>
            </a:r>
            <a:r>
              <a:rPr lang="en" sz="2400" dirty="0">
                <a:latin typeface="Calibri Light" charset="0"/>
                <a:ea typeface="Calibri Light" charset="0"/>
                <a:cs typeface="Calibri Light" charset="0"/>
                <a:sym typeface="Calibri"/>
              </a:rPr>
              <a:t> of students from </a:t>
            </a:r>
            <a:r>
              <a:rPr lang="en" sz="2400" dirty="0">
                <a:solidFill>
                  <a:schemeClr val="dk1"/>
                </a:solidFill>
                <a:latin typeface="Calibri Light" charset="0"/>
                <a:ea typeface="Calibri Light" charset="0"/>
                <a:cs typeface="Calibri Light" charset="0"/>
                <a:sym typeface="Calibri"/>
              </a:rPr>
              <a:t>all 4 grades</a:t>
            </a:r>
          </a:p>
          <a:p>
            <a:pPr lvl="0" rtl="0">
              <a:spcBef>
                <a:spcPts val="0"/>
              </a:spcBef>
              <a:buNone/>
            </a:pPr>
            <a:endParaRPr sz="1200" dirty="0">
              <a:solidFill>
                <a:schemeClr val="dk1"/>
              </a:solidFill>
              <a:latin typeface="Calibri Light" charset="0"/>
              <a:ea typeface="Calibri Light" charset="0"/>
              <a:cs typeface="Calibri Light" charset="0"/>
              <a:sym typeface="Calibri"/>
            </a:endParaRPr>
          </a:p>
          <a:p>
            <a:pPr lvl="0" rtl="0">
              <a:spcBef>
                <a:spcPts val="0"/>
              </a:spcBef>
              <a:buNone/>
            </a:pPr>
            <a:r>
              <a:rPr lang="en" sz="2400" dirty="0">
                <a:solidFill>
                  <a:schemeClr val="dk1"/>
                </a:solidFill>
                <a:latin typeface="Calibri Light" charset="0"/>
                <a:ea typeface="Calibri Light" charset="0"/>
                <a:cs typeface="Calibri Light" charset="0"/>
                <a:sym typeface="Calibri"/>
              </a:rPr>
              <a:t>Simple Random Sample</a:t>
            </a:r>
          </a:p>
          <a:p>
            <a:pPr lvl="0" rtl="0">
              <a:spcBef>
                <a:spcPts val="0"/>
              </a:spcBef>
              <a:buNone/>
            </a:pPr>
            <a:r>
              <a:rPr lang="en" sz="2400" dirty="0">
                <a:solidFill>
                  <a:schemeClr val="dk1"/>
                </a:solidFill>
                <a:latin typeface="Calibri Light" charset="0"/>
                <a:ea typeface="Calibri Light" charset="0"/>
                <a:cs typeface="Calibri Light" charset="0"/>
                <a:sym typeface="Calibri"/>
              </a:rPr>
              <a:t>	</a:t>
            </a:r>
            <a:r>
              <a:rPr lang="en" sz="2400" dirty="0">
                <a:latin typeface="Calibri Light" charset="0"/>
                <a:ea typeface="Calibri Light" charset="0"/>
                <a:cs typeface="Calibri Light" charset="0"/>
                <a:sym typeface="Calibri"/>
              </a:rPr>
              <a:t>Stratified by Gender</a:t>
            </a:r>
          </a:p>
          <a:p>
            <a:pPr lvl="0" rtl="0">
              <a:spcBef>
                <a:spcPts val="0"/>
              </a:spcBef>
              <a:spcAft>
                <a:spcPts val="1000"/>
              </a:spcAft>
              <a:buNone/>
            </a:pPr>
            <a:r>
              <a:rPr lang="en" sz="2400" dirty="0">
                <a:latin typeface="Calibri Light" charset="0"/>
                <a:ea typeface="Calibri Light" charset="0"/>
                <a:cs typeface="Calibri Light" charset="0"/>
                <a:sym typeface="Calibri"/>
              </a:rPr>
              <a:t>	No Stratification of Grades</a:t>
            </a:r>
          </a:p>
          <a:p>
            <a:pPr lvl="0" rtl="0">
              <a:spcBef>
                <a:spcPts val="0"/>
              </a:spcBef>
              <a:buNone/>
            </a:pPr>
            <a:endParaRPr sz="1200" dirty="0">
              <a:solidFill>
                <a:schemeClr val="accent3"/>
              </a:solidFill>
              <a:latin typeface="Calibri Light" charset="0"/>
              <a:ea typeface="Calibri Light" charset="0"/>
              <a:cs typeface="Calibri Light" charset="0"/>
              <a:sym typeface="Calibri"/>
            </a:endParaRPr>
          </a:p>
          <a:p>
            <a:pPr lvl="0" rtl="0">
              <a:lnSpc>
                <a:spcPct val="100000"/>
              </a:lnSpc>
              <a:spcBef>
                <a:spcPts val="0"/>
              </a:spcBef>
              <a:spcAft>
                <a:spcPts val="1000"/>
              </a:spcAft>
              <a:buNone/>
            </a:pPr>
            <a:r>
              <a:rPr lang="en" sz="2400" dirty="0">
                <a:solidFill>
                  <a:schemeClr val="dk1"/>
                </a:solidFill>
                <a:latin typeface="Calibri Light" charset="0"/>
                <a:ea typeface="Calibri Light" charset="0"/>
                <a:cs typeface="Calibri Light" charset="0"/>
                <a:sym typeface="Calibri"/>
              </a:rPr>
              <a:t>Assigned a number</a:t>
            </a:r>
            <a:r>
              <a:rPr lang="en" sz="2400" dirty="0">
                <a:latin typeface="Calibri Light" charset="0"/>
                <a:ea typeface="Calibri Light" charset="0"/>
                <a:cs typeface="Calibri Light" charset="0"/>
                <a:sym typeface="Calibri"/>
              </a:rPr>
              <a:t> to</a:t>
            </a:r>
            <a:r>
              <a:rPr lang="en" sz="2400" dirty="0">
                <a:solidFill>
                  <a:schemeClr val="dk1"/>
                </a:solidFill>
                <a:latin typeface="Calibri Light" charset="0"/>
                <a:ea typeface="Calibri Light" charset="0"/>
                <a:cs typeface="Calibri Light" charset="0"/>
                <a:sym typeface="Calibri"/>
              </a:rPr>
              <a:t> all 1700 students </a:t>
            </a:r>
            <a:r>
              <a:rPr lang="en" sz="2400" dirty="0">
                <a:latin typeface="Calibri Light" charset="0"/>
                <a:ea typeface="Calibri Light" charset="0"/>
                <a:cs typeface="Calibri Light" charset="0"/>
                <a:sym typeface="Calibri"/>
              </a:rPr>
              <a:t>enrolled at Lynbrook High School,</a:t>
            </a:r>
            <a:r>
              <a:rPr lang="en" sz="2400" dirty="0">
                <a:solidFill>
                  <a:schemeClr val="dk1"/>
                </a:solidFill>
                <a:latin typeface="Calibri Light" charset="0"/>
                <a:ea typeface="Calibri Light" charset="0"/>
                <a:cs typeface="Calibri Light" charset="0"/>
                <a:sym typeface="Calibri"/>
              </a:rPr>
              <a:t> </a:t>
            </a:r>
            <a:r>
              <a:rPr lang="en" sz="2400" dirty="0">
                <a:latin typeface="Calibri Light" charset="0"/>
                <a:ea typeface="Calibri Light" charset="0"/>
                <a:cs typeface="Calibri Light" charset="0"/>
                <a:sym typeface="Calibri"/>
              </a:rPr>
              <a:t>100 total students selected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Shape 96"/>
          <p:cNvSpPr txBox="1">
            <a:spLocks noGrp="1"/>
          </p:cNvSpPr>
          <p:nvPr>
            <p:ph type="title" idx="4294967295"/>
          </p:nvPr>
        </p:nvSpPr>
        <p:spPr>
          <a:xfrm>
            <a:off x="369870" y="155362"/>
            <a:ext cx="8554980" cy="653100"/>
          </a:xfrm>
          <a:prstGeom prst="rect">
            <a:avLst/>
          </a:prstGeom>
        </p:spPr>
        <p:txBody>
          <a:bodyPr lIns="91425" tIns="91425" rIns="91425" bIns="91425" anchor="b" anchorCtr="0">
            <a:noAutofit/>
          </a:bodyPr>
          <a:lstStyle/>
          <a:p>
            <a:pPr lvl="0">
              <a:spcBef>
                <a:spcPts val="0"/>
              </a:spcBef>
              <a:buNone/>
            </a:pPr>
            <a:r>
              <a:rPr lang="en" sz="2400" dirty="0">
                <a:solidFill>
                  <a:schemeClr val="dk1"/>
                </a:solidFill>
                <a:latin typeface="Calibri Light" charset="0"/>
                <a:ea typeface="Calibri Light" charset="0"/>
                <a:cs typeface="Calibri Light" charset="0"/>
                <a:sym typeface="Calibri"/>
              </a:rPr>
              <a:t>Selected Students</a:t>
            </a:r>
          </a:p>
        </p:txBody>
      </p:sp>
      <p:graphicFrame>
        <p:nvGraphicFramePr>
          <p:cNvPr id="97" name="Shape 97"/>
          <p:cNvGraphicFramePr/>
          <p:nvPr>
            <p:extLst>
              <p:ext uri="{D42A27DB-BD31-4B8C-83A1-F6EECF244321}">
                <p14:modId xmlns:p14="http://schemas.microsoft.com/office/powerpoint/2010/main" val="44750454"/>
              </p:ext>
            </p:extLst>
          </p:nvPr>
        </p:nvGraphicFramePr>
        <p:xfrm>
          <a:off x="287676" y="980194"/>
          <a:ext cx="1869898" cy="5430876"/>
        </p:xfrm>
        <a:graphic>
          <a:graphicData uri="http://schemas.openxmlformats.org/drawingml/2006/table">
            <a:tbl>
              <a:tblPr>
                <a:noFill/>
                <a:tableStyleId>{C1831DC8-52D7-4BD8-9350-F8E4EEBBF5A1}</a:tableStyleId>
              </a:tblPr>
              <a:tblGrid>
                <a:gridCol w="305130"/>
                <a:gridCol w="629819"/>
                <a:gridCol w="934949"/>
              </a:tblGrid>
              <a:tr h="246858">
                <a:tc>
                  <a:txBody>
                    <a:bodyPr/>
                    <a:lstStyle/>
                    <a:p>
                      <a:pPr lvl="0" algn="r" rtl="0">
                        <a:lnSpc>
                          <a:spcPct val="115000"/>
                        </a:lnSpc>
                        <a:spcBef>
                          <a:spcPts val="0"/>
                        </a:spcBef>
                        <a:buNone/>
                      </a:pPr>
                      <a:r>
                        <a:rPr lang="en" sz="800" dirty="0" smtClean="0">
                          <a:solidFill>
                            <a:schemeClr val="bg2"/>
                          </a:solidFill>
                          <a:latin typeface="Calibri"/>
                          <a:ea typeface="Calibri"/>
                          <a:cs typeface="Calibri"/>
                          <a:sym typeface="Calibri"/>
                        </a:rPr>
                        <a:t>20</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Moeko</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Ashihara</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22</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Jessica</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Atmadja</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30</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Sunaina</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Bose</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36</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smtClean="0">
                          <a:solidFill>
                            <a:schemeClr val="bg2"/>
                          </a:solidFill>
                          <a:latin typeface="Calibri"/>
                          <a:ea typeface="Calibri"/>
                          <a:cs typeface="Calibri"/>
                          <a:sym typeface="Calibri"/>
                        </a:rPr>
                        <a:t>Justin</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Chang</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75</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William</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Cui</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135</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Yuzuri</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Ito</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150</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smtClean="0">
                          <a:solidFill>
                            <a:schemeClr val="bg2"/>
                          </a:solidFill>
                          <a:latin typeface="Calibri"/>
                          <a:ea typeface="Calibri"/>
                          <a:cs typeface="Calibri"/>
                          <a:sym typeface="Calibri"/>
                        </a:rPr>
                        <a:t>Pranav</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Kakhandiki</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166</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Joshua</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Kim</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176</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smtClean="0">
                          <a:solidFill>
                            <a:schemeClr val="bg2"/>
                          </a:solidFill>
                          <a:latin typeface="Calibri"/>
                          <a:ea typeface="Calibri"/>
                          <a:cs typeface="Calibri"/>
                          <a:sym typeface="Calibri"/>
                        </a:rPr>
                        <a:t>Justin</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smtClean="0">
                          <a:solidFill>
                            <a:schemeClr val="bg2"/>
                          </a:solidFill>
                          <a:latin typeface="Calibri"/>
                          <a:ea typeface="Calibri"/>
                          <a:cs typeface="Calibri"/>
                          <a:sym typeface="Calibri"/>
                        </a:rPr>
                        <a:t>Lam</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199</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smtClean="0">
                          <a:solidFill>
                            <a:schemeClr val="bg2"/>
                          </a:solidFill>
                          <a:latin typeface="Calibri"/>
                          <a:ea typeface="Calibri"/>
                          <a:cs typeface="Calibri"/>
                          <a:sym typeface="Calibri"/>
                        </a:rPr>
                        <a:t>Phoebe</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smtClean="0">
                          <a:solidFill>
                            <a:schemeClr val="bg2"/>
                          </a:solidFill>
                          <a:latin typeface="Calibri"/>
                          <a:ea typeface="Calibri"/>
                          <a:cs typeface="Calibri"/>
                          <a:sym typeface="Calibri"/>
                        </a:rPr>
                        <a:t>Lin</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205</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Yingeng</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Liu</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206</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Frank</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Lo</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217</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Samantha</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McCoy</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231</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Zainab</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Nasir</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240</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Anna</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Paaske</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326</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Claire</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Tan</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346</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Lauryn</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Tuo</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372</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Allison</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Wu</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382</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Diana</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Xu</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387</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Elissa</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Yang</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400</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Elaine</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Zhang</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smtClean="0">
                          <a:solidFill>
                            <a:schemeClr val="bg2"/>
                          </a:solidFill>
                          <a:latin typeface="Calibri"/>
                          <a:ea typeface="Calibri"/>
                          <a:cs typeface="Calibri"/>
                          <a:sym typeface="Calibri"/>
                        </a:rPr>
                        <a:t>407</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smtClean="0">
                          <a:solidFill>
                            <a:schemeClr val="bg2"/>
                          </a:solidFill>
                          <a:latin typeface="Calibri"/>
                          <a:ea typeface="Calibri"/>
                          <a:cs typeface="Calibri"/>
                          <a:sym typeface="Calibri"/>
                        </a:rPr>
                        <a:t>David</a:t>
                      </a:r>
                      <a:endParaRPr lang="en" sz="80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smtClean="0">
                          <a:solidFill>
                            <a:schemeClr val="bg2"/>
                          </a:solidFill>
                          <a:latin typeface="Calibri"/>
                          <a:ea typeface="Calibri"/>
                          <a:cs typeface="Calibri"/>
                          <a:sym typeface="Calibri"/>
                        </a:rPr>
                        <a:t>Zheng</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bl>
          </a:graphicData>
        </a:graphic>
      </p:graphicFrame>
      <p:graphicFrame>
        <p:nvGraphicFramePr>
          <p:cNvPr id="98" name="Shape 98"/>
          <p:cNvGraphicFramePr/>
          <p:nvPr>
            <p:extLst>
              <p:ext uri="{D42A27DB-BD31-4B8C-83A1-F6EECF244321}">
                <p14:modId xmlns:p14="http://schemas.microsoft.com/office/powerpoint/2010/main" val="2107671631"/>
              </p:ext>
            </p:extLst>
          </p:nvPr>
        </p:nvGraphicFramePr>
        <p:xfrm>
          <a:off x="1998869" y="980194"/>
          <a:ext cx="1997777" cy="5430876"/>
        </p:xfrm>
        <a:graphic>
          <a:graphicData uri="http://schemas.openxmlformats.org/drawingml/2006/table">
            <a:tbl>
              <a:tblPr>
                <a:noFill/>
                <a:tableStyleId>{C1831DC8-52D7-4BD8-9350-F8E4EEBBF5A1}</a:tableStyleId>
              </a:tblPr>
              <a:tblGrid>
                <a:gridCol w="325997"/>
                <a:gridCol w="644364"/>
                <a:gridCol w="1027416"/>
              </a:tblGrid>
              <a:tr h="246858">
                <a:tc>
                  <a:txBody>
                    <a:bodyPr/>
                    <a:lstStyle/>
                    <a:p>
                      <a:pPr lvl="0" algn="r" rtl="0">
                        <a:lnSpc>
                          <a:spcPct val="115000"/>
                        </a:lnSpc>
                        <a:spcBef>
                          <a:spcPts val="0"/>
                        </a:spcBef>
                        <a:buNone/>
                      </a:pPr>
                      <a:r>
                        <a:rPr lang="en" sz="800" dirty="0">
                          <a:solidFill>
                            <a:schemeClr val="bg2"/>
                          </a:solidFill>
                          <a:latin typeface="Calibri"/>
                          <a:ea typeface="Calibri"/>
                          <a:cs typeface="Calibri"/>
                          <a:sym typeface="Calibri"/>
                        </a:rPr>
                        <a:t>411</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Amanda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Zhu</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420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Yuriko</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Akeyama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430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Noela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Bae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446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Nicholas</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Chan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449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Jonathan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Chang</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484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Faven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Desta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499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Jesse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Ge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545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Diya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Jain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578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Ajeet</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Kotturu</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582</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Brian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Lee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589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Joseph</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Lee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614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Kelly</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Lin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631</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Sandy</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Matsuda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641</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Anika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Murthy</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647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Bridget</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Naylor</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652</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Aryaman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Pagay</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658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Ameya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Patil Patkar</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678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Nikita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Rangwala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678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Amritanshu</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Ranjan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695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Isha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Sharma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702</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Mahima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Sinha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705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Albert</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Su</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bl>
          </a:graphicData>
        </a:graphic>
      </p:graphicFrame>
      <p:graphicFrame>
        <p:nvGraphicFramePr>
          <p:cNvPr id="99" name="Shape 99"/>
          <p:cNvGraphicFramePr/>
          <p:nvPr>
            <p:extLst>
              <p:ext uri="{D42A27DB-BD31-4B8C-83A1-F6EECF244321}">
                <p14:modId xmlns:p14="http://schemas.microsoft.com/office/powerpoint/2010/main" val="894344952"/>
              </p:ext>
            </p:extLst>
          </p:nvPr>
        </p:nvGraphicFramePr>
        <p:xfrm>
          <a:off x="3733776" y="980194"/>
          <a:ext cx="1868374" cy="5430876"/>
        </p:xfrm>
        <a:graphic>
          <a:graphicData uri="http://schemas.openxmlformats.org/drawingml/2006/table">
            <a:tbl>
              <a:tblPr>
                <a:noFill/>
                <a:tableStyleId>{C1831DC8-52D7-4BD8-9350-F8E4EEBBF5A1}</a:tableStyleId>
              </a:tblPr>
              <a:tblGrid>
                <a:gridCol w="365470"/>
                <a:gridCol w="628079"/>
                <a:gridCol w="874825"/>
              </a:tblGrid>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785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Anvitha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Aluri</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786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Katelin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788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Rhea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Arora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793</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err="1">
                          <a:solidFill>
                            <a:schemeClr val="bg2"/>
                          </a:solidFill>
                          <a:latin typeface="Calibri"/>
                          <a:ea typeface="Calibri"/>
                          <a:cs typeface="Calibri"/>
                          <a:sym typeface="Calibri"/>
                        </a:rPr>
                        <a:t>Bhuvanesh</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Basireddy</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809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Leslie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Chan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814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Shannon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Changizi</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817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Albert</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Chen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833</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Rachel</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Cheung</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858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Tru</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Do</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949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Jungyoon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Kim</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964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Aditya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Kuppili</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990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Michyla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Lin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1036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Nandini</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Nag</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1042</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Ethan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Naugle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1043</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Tzen Hao</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Ng</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1058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Grace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Park</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1077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Rajita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Pujare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1085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Nicolas</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Rios</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1089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Aliya Fatema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err="1">
                          <a:solidFill>
                            <a:schemeClr val="bg2"/>
                          </a:solidFill>
                          <a:latin typeface="Calibri"/>
                          <a:ea typeface="Calibri"/>
                          <a:cs typeface="Calibri"/>
                          <a:sym typeface="Calibri"/>
                        </a:rPr>
                        <a:t>Saiyed</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1096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Leo</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Sha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1104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Akiyuki</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Shigematsu</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1107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Anika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Singh</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bl>
          </a:graphicData>
        </a:graphic>
      </p:graphicFrame>
      <p:graphicFrame>
        <p:nvGraphicFramePr>
          <p:cNvPr id="100" name="Shape 100"/>
          <p:cNvGraphicFramePr/>
          <p:nvPr>
            <p:extLst>
              <p:ext uri="{D42A27DB-BD31-4B8C-83A1-F6EECF244321}">
                <p14:modId xmlns:p14="http://schemas.microsoft.com/office/powerpoint/2010/main" val="1017562911"/>
              </p:ext>
            </p:extLst>
          </p:nvPr>
        </p:nvGraphicFramePr>
        <p:xfrm>
          <a:off x="5602150" y="980194"/>
          <a:ext cx="2267854" cy="5430876"/>
        </p:xfrm>
        <a:graphic>
          <a:graphicData uri="http://schemas.openxmlformats.org/drawingml/2006/table">
            <a:tbl>
              <a:tblPr>
                <a:noFill/>
                <a:tableStyleId>{C1831DC8-52D7-4BD8-9350-F8E4EEBBF5A1}</a:tableStyleId>
              </a:tblPr>
              <a:tblGrid>
                <a:gridCol w="371475"/>
                <a:gridCol w="673755"/>
                <a:gridCol w="1222624"/>
              </a:tblGrid>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1113</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Amy</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Steinmetz</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1126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Hibah</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Tanveer</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1163</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Tiffany</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Wong</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1176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Evalina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Xu</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1214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Mayer</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Adelberg</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1215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Brady</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Alexander</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1217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Tarab</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Ansari</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1349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Aya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Ide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1368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Justin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err="1">
                          <a:solidFill>
                            <a:schemeClr val="bg2"/>
                          </a:solidFill>
                          <a:latin typeface="Calibri"/>
                          <a:ea typeface="Calibri"/>
                          <a:cs typeface="Calibri"/>
                          <a:sym typeface="Calibri"/>
                        </a:rPr>
                        <a:t>Juang</a:t>
                      </a:r>
                      <a:endParaRPr lang="en" sz="800" dirty="0">
                        <a:solidFill>
                          <a:schemeClr val="bg2"/>
                        </a:solidFill>
                        <a:latin typeface="Calibri"/>
                        <a:ea typeface="Calibri"/>
                        <a:cs typeface="Calibri"/>
                        <a:sym typeface="Calibri"/>
                      </a:endParaRP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1392</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Kathy</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Lam</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1404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Rachel</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Lee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1408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Daniel</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Li</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1421</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Francis</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Lin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1425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Mulan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Lin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1430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Martin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Liu</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1458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Aishwarya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Mehra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1488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Nanda</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Pandian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1514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Alexander</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Salling</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1537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Kiran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Sivakumar</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1539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Cheuk</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So</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1606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Phoebe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Wang</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6858">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1614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William</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Wong</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bl>
          </a:graphicData>
        </a:graphic>
      </p:graphicFrame>
      <p:graphicFrame>
        <p:nvGraphicFramePr>
          <p:cNvPr id="101" name="Shape 101"/>
          <p:cNvGraphicFramePr/>
          <p:nvPr>
            <p:extLst>
              <p:ext uri="{D42A27DB-BD31-4B8C-83A1-F6EECF244321}">
                <p14:modId xmlns:p14="http://schemas.microsoft.com/office/powerpoint/2010/main" val="1767564116"/>
              </p:ext>
            </p:extLst>
          </p:nvPr>
        </p:nvGraphicFramePr>
        <p:xfrm>
          <a:off x="7448550" y="980195"/>
          <a:ext cx="2276475" cy="1732178"/>
        </p:xfrm>
        <a:graphic>
          <a:graphicData uri="http://schemas.openxmlformats.org/drawingml/2006/table">
            <a:tbl>
              <a:tblPr>
                <a:noFill/>
                <a:tableStyleId>{C1831DC8-52D7-4BD8-9350-F8E4EEBBF5A1}</a:tableStyleId>
              </a:tblPr>
              <a:tblGrid>
                <a:gridCol w="371475"/>
                <a:gridCol w="656155"/>
                <a:gridCol w="1248845"/>
              </a:tblGrid>
              <a:tr h="247454">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1622</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Alexander</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Xu</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7454">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1630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Megan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Yao</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7454">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1643</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Iris</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Zhao</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7454">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1713</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Stephanie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Wu</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7454">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1719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Megan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Yao</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7454">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1725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Doreen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a:solidFill>
                            <a:schemeClr val="bg2"/>
                          </a:solidFill>
                          <a:latin typeface="Calibri"/>
                          <a:ea typeface="Calibri"/>
                          <a:cs typeface="Calibri"/>
                          <a:sym typeface="Calibri"/>
                        </a:rPr>
                        <a:t>Zhao</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47454">
                <a:tc>
                  <a:txBody>
                    <a:bodyPr/>
                    <a:lstStyle/>
                    <a:p>
                      <a:pPr lvl="0" algn="r" rtl="0">
                        <a:lnSpc>
                          <a:spcPct val="115000"/>
                        </a:lnSpc>
                        <a:spcBef>
                          <a:spcPts val="0"/>
                        </a:spcBef>
                        <a:buNone/>
                      </a:pPr>
                      <a:r>
                        <a:rPr lang="en" sz="800">
                          <a:solidFill>
                            <a:schemeClr val="bg2"/>
                          </a:solidFill>
                          <a:latin typeface="Calibri"/>
                          <a:ea typeface="Calibri"/>
                          <a:cs typeface="Calibri"/>
                          <a:sym typeface="Calibri"/>
                        </a:rPr>
                        <a:t>1740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Jessie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rtl="0">
                        <a:lnSpc>
                          <a:spcPct val="115000"/>
                        </a:lnSpc>
                        <a:spcBef>
                          <a:spcPts val="0"/>
                        </a:spcBef>
                        <a:buNone/>
                      </a:pPr>
                      <a:r>
                        <a:rPr lang="en" sz="800" dirty="0">
                          <a:solidFill>
                            <a:schemeClr val="bg2"/>
                          </a:solidFill>
                          <a:latin typeface="Calibri"/>
                          <a:ea typeface="Calibri"/>
                          <a:cs typeface="Calibri"/>
                          <a:sym typeface="Calibri"/>
                        </a:rPr>
                        <a:t>Zhao</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Shape 106"/>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a:spcBef>
                <a:spcPts val="0"/>
              </a:spcBef>
              <a:buNone/>
            </a:pPr>
            <a:r>
              <a:rPr lang="en" dirty="0">
                <a:latin typeface="Calibri Light" charset="0"/>
                <a:ea typeface="Calibri Light" charset="0"/>
                <a:cs typeface="Calibri Light" charset="0"/>
              </a:rPr>
              <a:t>Data Collection</a:t>
            </a:r>
          </a:p>
        </p:txBody>
      </p:sp>
      <p:sp>
        <p:nvSpPr>
          <p:cNvPr id="107" name="Shape 107"/>
          <p:cNvSpPr txBox="1">
            <a:spLocks noGrp="1"/>
          </p:cNvSpPr>
          <p:nvPr>
            <p:ph type="body" idx="1"/>
          </p:nvPr>
        </p:nvSpPr>
        <p:spPr>
          <a:xfrm>
            <a:off x="471900" y="2432533"/>
            <a:ext cx="8222100" cy="4210500"/>
          </a:xfrm>
          <a:prstGeom prst="rect">
            <a:avLst/>
          </a:prstGeom>
        </p:spPr>
        <p:txBody>
          <a:bodyPr lIns="91425" tIns="91425" rIns="91425" bIns="91425" anchor="t" anchorCtr="0">
            <a:noAutofit/>
          </a:bodyPr>
          <a:lstStyle/>
          <a:p>
            <a:pPr lvl="0">
              <a:spcBef>
                <a:spcPts val="0"/>
              </a:spcBef>
              <a:buNone/>
            </a:pPr>
            <a:r>
              <a:rPr lang="en" sz="2400" dirty="0">
                <a:solidFill>
                  <a:schemeClr val="dk1"/>
                </a:solidFill>
                <a:latin typeface="Calibri Light" charset="0"/>
                <a:ea typeface="Calibri Light" charset="0"/>
                <a:cs typeface="Calibri Light" charset="0"/>
              </a:rPr>
              <a:t>60</a:t>
            </a:r>
            <a:r>
              <a:rPr lang="en" sz="2400" dirty="0">
                <a:solidFill>
                  <a:srgbClr val="000000"/>
                </a:solidFill>
                <a:latin typeface="Calibri Light" charset="0"/>
                <a:ea typeface="Calibri Light" charset="0"/>
                <a:cs typeface="Calibri Light" charset="0"/>
              </a:rPr>
              <a:t> out of </a:t>
            </a:r>
            <a:r>
              <a:rPr lang="en" sz="2400" dirty="0">
                <a:solidFill>
                  <a:schemeClr val="dk1"/>
                </a:solidFill>
                <a:latin typeface="Calibri Light" charset="0"/>
                <a:ea typeface="Calibri Light" charset="0"/>
                <a:cs typeface="Calibri Light" charset="0"/>
              </a:rPr>
              <a:t>100</a:t>
            </a:r>
            <a:r>
              <a:rPr lang="en" sz="2400" dirty="0">
                <a:solidFill>
                  <a:srgbClr val="000000"/>
                </a:solidFill>
                <a:latin typeface="Calibri Light" charset="0"/>
                <a:ea typeface="Calibri Light" charset="0"/>
                <a:cs typeface="Calibri Light" charset="0"/>
              </a:rPr>
              <a:t> selected candidates responded to our survey</a:t>
            </a:r>
          </a:p>
          <a:p>
            <a:pPr lvl="0">
              <a:spcBef>
                <a:spcPts val="0"/>
              </a:spcBef>
              <a:buNone/>
            </a:pPr>
            <a:r>
              <a:rPr lang="en" sz="2400" dirty="0">
                <a:solidFill>
                  <a:srgbClr val="000000"/>
                </a:solidFill>
                <a:latin typeface="Calibri Light" charset="0"/>
                <a:ea typeface="Calibri Light" charset="0"/>
                <a:cs typeface="Calibri Light" charset="0"/>
              </a:rPr>
              <a:t>Stratified by gender (</a:t>
            </a:r>
            <a:r>
              <a:rPr lang="en" sz="2400" dirty="0">
                <a:solidFill>
                  <a:schemeClr val="dk1"/>
                </a:solidFill>
                <a:latin typeface="Calibri Light" charset="0"/>
                <a:ea typeface="Calibri Light" charset="0"/>
                <a:cs typeface="Calibri Light" charset="0"/>
              </a:rPr>
              <a:t>32 girls</a:t>
            </a:r>
            <a:r>
              <a:rPr lang="en" sz="2400" dirty="0">
                <a:solidFill>
                  <a:srgbClr val="000000"/>
                </a:solidFill>
                <a:latin typeface="Calibri Light" charset="0"/>
                <a:ea typeface="Calibri Light" charset="0"/>
                <a:cs typeface="Calibri Light" charset="0"/>
              </a:rPr>
              <a:t> and </a:t>
            </a:r>
            <a:r>
              <a:rPr lang="en" sz="2400" dirty="0">
                <a:solidFill>
                  <a:schemeClr val="dk1"/>
                </a:solidFill>
                <a:latin typeface="Calibri Light" charset="0"/>
                <a:ea typeface="Calibri Light" charset="0"/>
                <a:cs typeface="Calibri Light" charset="0"/>
              </a:rPr>
              <a:t>28 boys</a:t>
            </a:r>
            <a:r>
              <a:rPr lang="en" sz="2400" dirty="0">
                <a:solidFill>
                  <a:srgbClr val="000000"/>
                </a:solidFill>
                <a:latin typeface="Calibri Light" charset="0"/>
                <a:ea typeface="Calibri Light" charset="0"/>
                <a:cs typeface="Calibri Light" charset="0"/>
              </a:rPr>
              <a:t> responded)</a:t>
            </a:r>
          </a:p>
          <a:p>
            <a:pPr lvl="0">
              <a:spcBef>
                <a:spcPts val="0"/>
              </a:spcBef>
              <a:buNone/>
            </a:pPr>
            <a:r>
              <a:rPr lang="en" sz="2400" dirty="0">
                <a:solidFill>
                  <a:srgbClr val="000000"/>
                </a:solidFill>
                <a:latin typeface="Calibri Light" charset="0"/>
                <a:ea typeface="Calibri Light" charset="0"/>
                <a:cs typeface="Calibri Light" charset="0"/>
              </a:rPr>
              <a:t>Measured their hands with a ruler in inches(from tip of middle finger to the base of the palm)</a:t>
            </a:r>
          </a:p>
          <a:p>
            <a:pPr lvl="0" rtl="0">
              <a:spcBef>
                <a:spcPts val="0"/>
              </a:spcBef>
              <a:buNone/>
            </a:pPr>
            <a:r>
              <a:rPr lang="en" sz="2400" dirty="0">
                <a:solidFill>
                  <a:srgbClr val="000000"/>
                </a:solidFill>
                <a:latin typeface="Calibri Light" charset="0"/>
                <a:ea typeface="Calibri Light" charset="0"/>
                <a:cs typeface="Calibri Light" charset="0"/>
              </a:rPr>
              <a:t>Measured weight in pounds, had them fill out a survey on our phones</a:t>
            </a:r>
          </a:p>
          <a:p>
            <a:pPr marL="0" lvl="0" indent="0" rtl="0">
              <a:spcBef>
                <a:spcPts val="0"/>
              </a:spcBef>
              <a:buNone/>
            </a:pPr>
            <a:endParaRPr sz="2400" dirty="0">
              <a:solidFill>
                <a:srgbClr val="000000"/>
              </a:solidFill>
              <a:latin typeface="Calibri Light" charset="0"/>
              <a:ea typeface="Calibri Light" charset="0"/>
              <a:cs typeface="Calibri Light"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graphicFrame>
        <p:nvGraphicFramePr>
          <p:cNvPr id="112" name="Shape 112"/>
          <p:cNvGraphicFramePr/>
          <p:nvPr>
            <p:extLst>
              <p:ext uri="{D42A27DB-BD31-4B8C-83A1-F6EECF244321}">
                <p14:modId xmlns:p14="http://schemas.microsoft.com/office/powerpoint/2010/main" val="512703671"/>
              </p:ext>
            </p:extLst>
          </p:nvPr>
        </p:nvGraphicFramePr>
        <p:xfrm>
          <a:off x="391100" y="1228133"/>
          <a:ext cx="3498450" cy="5067300"/>
        </p:xfrm>
        <a:graphic>
          <a:graphicData uri="http://schemas.openxmlformats.org/drawingml/2006/table">
            <a:tbl>
              <a:tblPr>
                <a:noFill/>
                <a:tableStyleId>{C1831DC8-52D7-4BD8-9350-F8E4EEBBF5A1}</a:tableStyleId>
              </a:tblPr>
              <a:tblGrid>
                <a:gridCol w="1166150"/>
                <a:gridCol w="1166150"/>
                <a:gridCol w="1166150"/>
              </a:tblGrid>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Gender</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Hand Size (in)</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Weight (lbs)</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dirty="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159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175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150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dirty="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7.45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150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135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8.5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190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134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7.3</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190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7.55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160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145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110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7.2</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130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140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145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130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dirty="0">
                          <a:solidFill>
                            <a:schemeClr val="bg2"/>
                          </a:solidFill>
                          <a:latin typeface="Calibri Light" charset="0"/>
                          <a:ea typeface="Calibri Light" charset="0"/>
                          <a:cs typeface="Calibri Light" charset="0"/>
                        </a:rPr>
                        <a:t>150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bl>
          </a:graphicData>
        </a:graphic>
      </p:graphicFrame>
      <p:graphicFrame>
        <p:nvGraphicFramePr>
          <p:cNvPr id="113" name="Shape 113"/>
          <p:cNvGraphicFramePr/>
          <p:nvPr>
            <p:extLst>
              <p:ext uri="{D42A27DB-BD31-4B8C-83A1-F6EECF244321}">
                <p14:modId xmlns:p14="http://schemas.microsoft.com/office/powerpoint/2010/main" val="645401724"/>
              </p:ext>
            </p:extLst>
          </p:nvPr>
        </p:nvGraphicFramePr>
        <p:xfrm>
          <a:off x="4584750" y="1502833"/>
          <a:ext cx="2857500" cy="2667000"/>
        </p:xfrm>
        <a:graphic>
          <a:graphicData uri="http://schemas.openxmlformats.org/drawingml/2006/table">
            <a:tbl>
              <a:tblPr>
                <a:noFill/>
                <a:tableStyleId>{C1831DC8-52D7-4BD8-9350-F8E4EEBBF5A1}</a:tableStyleId>
              </a:tblPr>
              <a:tblGrid>
                <a:gridCol w="952500"/>
                <a:gridCol w="952500"/>
                <a:gridCol w="952500"/>
              </a:tblGrid>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150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7.1</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123</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dirty="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7.1</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155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7.1</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145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7.1</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155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160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110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dirty="0">
                          <a:solidFill>
                            <a:schemeClr val="bg2"/>
                          </a:solidFill>
                          <a:latin typeface="Calibri Light" charset="0"/>
                          <a:ea typeface="Calibri Light" charset="0"/>
                          <a:cs typeface="Calibri Light" charset="0"/>
                        </a:rPr>
                        <a:t>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dirty="0">
                          <a:solidFill>
                            <a:schemeClr val="bg2"/>
                          </a:solidFill>
                          <a:latin typeface="Calibri Light" charset="0"/>
                          <a:ea typeface="Calibri Light" charset="0"/>
                          <a:cs typeface="Calibri Light" charset="0"/>
                        </a:rPr>
                        <a:t>195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bl>
          </a:graphicData>
        </a:graphic>
      </p:graphicFrame>
      <p:sp>
        <p:nvSpPr>
          <p:cNvPr id="114" name="Shape 114"/>
          <p:cNvSpPr txBox="1">
            <a:spLocks noGrp="1"/>
          </p:cNvSpPr>
          <p:nvPr>
            <p:ph type="title"/>
          </p:nvPr>
        </p:nvSpPr>
        <p:spPr>
          <a:xfrm>
            <a:off x="267128" y="21800"/>
            <a:ext cx="8657722" cy="878100"/>
          </a:xfrm>
          <a:prstGeom prst="rect">
            <a:avLst/>
          </a:prstGeom>
        </p:spPr>
        <p:txBody>
          <a:bodyPr lIns="91425" tIns="91425" rIns="91425" bIns="91425" anchor="ctr" anchorCtr="0">
            <a:noAutofit/>
          </a:bodyPr>
          <a:lstStyle/>
          <a:p>
            <a:pPr lvl="0">
              <a:spcBef>
                <a:spcPts val="0"/>
              </a:spcBef>
              <a:buNone/>
            </a:pPr>
            <a:r>
              <a:rPr lang="en" sz="2400" dirty="0">
                <a:latin typeface="Calibri Light" charset="0"/>
                <a:ea typeface="Calibri Light" charset="0"/>
                <a:cs typeface="Calibri Light" charset="0"/>
              </a:rPr>
              <a:t>Male Raw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Shape 119"/>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rtl="0">
              <a:spcBef>
                <a:spcPts val="0"/>
              </a:spcBef>
              <a:buNone/>
            </a:pPr>
            <a:r>
              <a:rPr lang="en" dirty="0">
                <a:latin typeface="Calibri Light" charset="0"/>
                <a:ea typeface="Calibri Light" charset="0"/>
                <a:cs typeface="Calibri Light" charset="0"/>
              </a:rPr>
              <a:t>Male Scatterplot</a:t>
            </a:r>
          </a:p>
        </p:txBody>
      </p:sp>
      <p:pic>
        <p:nvPicPr>
          <p:cNvPr id="120" name="Shape 120"/>
          <p:cNvPicPr preferRelativeResize="0"/>
          <p:nvPr/>
        </p:nvPicPr>
        <p:blipFill>
          <a:blip r:embed="rId3">
            <a:alphaModFix/>
          </a:blip>
          <a:stretch>
            <a:fillRect/>
          </a:stretch>
        </p:blipFill>
        <p:spPr>
          <a:xfrm>
            <a:off x="1752062" y="2387300"/>
            <a:ext cx="5661775" cy="2933300"/>
          </a:xfrm>
          <a:prstGeom prst="rect">
            <a:avLst/>
          </a:prstGeom>
          <a:noFill/>
          <a:ln>
            <a:noFill/>
          </a:ln>
        </p:spPr>
      </p:pic>
      <p:sp>
        <p:nvSpPr>
          <p:cNvPr id="121" name="Shape 121"/>
          <p:cNvSpPr txBox="1"/>
          <p:nvPr/>
        </p:nvSpPr>
        <p:spPr>
          <a:xfrm>
            <a:off x="785400" y="5393933"/>
            <a:ext cx="7713900" cy="1191592"/>
          </a:xfrm>
          <a:prstGeom prst="rect">
            <a:avLst/>
          </a:prstGeom>
          <a:noFill/>
          <a:ln>
            <a:noFill/>
          </a:ln>
        </p:spPr>
        <p:txBody>
          <a:bodyPr lIns="91425" tIns="91425" rIns="91425" bIns="91425" anchor="ctr" anchorCtr="0">
            <a:noAutofit/>
          </a:bodyPr>
          <a:lstStyle/>
          <a:p>
            <a:pPr lvl="0" rtl="0">
              <a:lnSpc>
                <a:spcPct val="150000"/>
              </a:lnSpc>
              <a:spcBef>
                <a:spcPts val="0"/>
              </a:spcBef>
              <a:buNone/>
            </a:pPr>
            <a:r>
              <a:rPr lang="en" sz="2400">
                <a:solidFill>
                  <a:schemeClr val="dk1"/>
                </a:solidFill>
                <a:latin typeface="Calibri Light" charset="0"/>
                <a:ea typeface="Calibri Light" charset="0"/>
                <a:cs typeface="Calibri Light" charset="0"/>
                <a:sym typeface="Calibri"/>
              </a:rPr>
              <a:t>Linear Assumption</a:t>
            </a:r>
            <a:r>
              <a:rPr lang="en" sz="2400">
                <a:latin typeface="Calibri Light" charset="0"/>
                <a:ea typeface="Calibri Light" charset="0"/>
                <a:cs typeface="Calibri Light" charset="0"/>
                <a:sym typeface="Calibri"/>
              </a:rPr>
              <a:t>: Scatterplot is Straight Enough</a:t>
            </a:r>
          </a:p>
          <a:p>
            <a:pPr lvl="0" rtl="0">
              <a:lnSpc>
                <a:spcPct val="150000"/>
              </a:lnSpc>
              <a:spcBef>
                <a:spcPts val="0"/>
              </a:spcBef>
              <a:buNone/>
            </a:pPr>
            <a:r>
              <a:rPr lang="en" sz="2400" dirty="0">
                <a:solidFill>
                  <a:schemeClr val="dk1"/>
                </a:solidFill>
                <a:latin typeface="Calibri Light" charset="0"/>
                <a:ea typeface="Calibri Light" charset="0"/>
                <a:cs typeface="Calibri Light" charset="0"/>
                <a:sym typeface="Calibri"/>
              </a:rPr>
              <a:t>Independence</a:t>
            </a:r>
            <a:r>
              <a:rPr lang="en" sz="2400" dirty="0">
                <a:latin typeface="Calibri Light" charset="0"/>
                <a:ea typeface="Calibri Light" charset="0"/>
                <a:cs typeface="Calibri Light" charset="0"/>
                <a:sym typeface="Calibri"/>
              </a:rPr>
              <a:t>: Data of individuals shouldn’t affect another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Shape 126"/>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rtl="0">
              <a:spcBef>
                <a:spcPts val="0"/>
              </a:spcBef>
              <a:buNone/>
            </a:pPr>
            <a:r>
              <a:rPr lang="en" dirty="0">
                <a:latin typeface="Calibri Light" charset="0"/>
                <a:ea typeface="Calibri Light" charset="0"/>
                <a:cs typeface="Calibri Light" charset="0"/>
              </a:rPr>
              <a:t>Male Residuals Plot/Histogram</a:t>
            </a:r>
          </a:p>
        </p:txBody>
      </p:sp>
      <p:pic>
        <p:nvPicPr>
          <p:cNvPr id="127" name="Shape 127"/>
          <p:cNvPicPr preferRelativeResize="0"/>
          <p:nvPr/>
        </p:nvPicPr>
        <p:blipFill>
          <a:blip r:embed="rId3">
            <a:alphaModFix/>
          </a:blip>
          <a:stretch>
            <a:fillRect/>
          </a:stretch>
        </p:blipFill>
        <p:spPr>
          <a:xfrm>
            <a:off x="4582950" y="2410624"/>
            <a:ext cx="3354871" cy="2529900"/>
          </a:xfrm>
          <a:prstGeom prst="rect">
            <a:avLst/>
          </a:prstGeom>
          <a:noFill/>
          <a:ln>
            <a:noFill/>
          </a:ln>
        </p:spPr>
      </p:pic>
      <p:pic>
        <p:nvPicPr>
          <p:cNvPr id="128" name="Shape 128"/>
          <p:cNvPicPr preferRelativeResize="0"/>
          <p:nvPr/>
        </p:nvPicPr>
        <p:blipFill>
          <a:blip r:embed="rId4">
            <a:alphaModFix/>
          </a:blip>
          <a:stretch>
            <a:fillRect/>
          </a:stretch>
        </p:blipFill>
        <p:spPr>
          <a:xfrm>
            <a:off x="1228075" y="2410628"/>
            <a:ext cx="3354874" cy="2529905"/>
          </a:xfrm>
          <a:prstGeom prst="rect">
            <a:avLst/>
          </a:prstGeom>
          <a:noFill/>
          <a:ln>
            <a:noFill/>
          </a:ln>
        </p:spPr>
      </p:pic>
      <p:sp>
        <p:nvSpPr>
          <p:cNvPr id="129" name="Shape 129"/>
          <p:cNvSpPr txBox="1"/>
          <p:nvPr/>
        </p:nvSpPr>
        <p:spPr>
          <a:xfrm>
            <a:off x="1166100" y="4940524"/>
            <a:ext cx="7756500" cy="1738626"/>
          </a:xfrm>
          <a:prstGeom prst="rect">
            <a:avLst/>
          </a:prstGeom>
          <a:noFill/>
          <a:ln>
            <a:noFill/>
          </a:ln>
        </p:spPr>
        <p:txBody>
          <a:bodyPr lIns="91425" tIns="91425" rIns="91425" bIns="91425" anchor="t" anchorCtr="0">
            <a:noAutofit/>
          </a:bodyPr>
          <a:lstStyle/>
          <a:p>
            <a:pPr lvl="0" rtl="0">
              <a:lnSpc>
                <a:spcPct val="150000"/>
              </a:lnSpc>
              <a:spcBef>
                <a:spcPts val="0"/>
              </a:spcBef>
              <a:buNone/>
            </a:pPr>
            <a:r>
              <a:rPr lang="en" sz="2400">
                <a:solidFill>
                  <a:schemeClr val="dk1"/>
                </a:solidFill>
                <a:latin typeface="Calibri Light" charset="0"/>
                <a:ea typeface="Calibri Light" charset="0"/>
                <a:cs typeface="Calibri Light" charset="0"/>
                <a:sym typeface="Calibri"/>
              </a:rPr>
              <a:t>Does the Plot Thicken?</a:t>
            </a:r>
            <a:r>
              <a:rPr lang="en" sz="2400">
                <a:latin typeface="Calibri Light" charset="0"/>
                <a:ea typeface="Calibri Light" charset="0"/>
                <a:cs typeface="Calibri Light" charset="0"/>
                <a:sym typeface="Calibri"/>
              </a:rPr>
              <a:t>: Residuals spread is even.</a:t>
            </a:r>
          </a:p>
          <a:p>
            <a:pPr lvl="0" rtl="0">
              <a:lnSpc>
                <a:spcPct val="150000"/>
              </a:lnSpc>
              <a:spcBef>
                <a:spcPts val="0"/>
              </a:spcBef>
              <a:buNone/>
            </a:pPr>
            <a:r>
              <a:rPr lang="en" sz="2400" dirty="0">
                <a:solidFill>
                  <a:schemeClr val="dk1"/>
                </a:solidFill>
                <a:latin typeface="Calibri Light" charset="0"/>
                <a:ea typeface="Calibri Light" charset="0"/>
                <a:cs typeface="Calibri Light" charset="0"/>
                <a:sym typeface="Calibri"/>
              </a:rPr>
              <a:t>Nearly Normal</a:t>
            </a:r>
            <a:r>
              <a:rPr lang="en" sz="2400" dirty="0">
                <a:latin typeface="Calibri Light" charset="0"/>
                <a:ea typeface="Calibri Light" charset="0"/>
                <a:cs typeface="Calibri Light" charset="0"/>
                <a:sym typeface="Calibri"/>
              </a:rPr>
              <a:t>: Histogram of Residuals is roughly unimodal and  symmetric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Shape 134"/>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rtl="0">
              <a:spcBef>
                <a:spcPts val="0"/>
              </a:spcBef>
              <a:buNone/>
            </a:pPr>
            <a:r>
              <a:rPr lang="en" dirty="0">
                <a:latin typeface="Calibri Light" charset="0"/>
                <a:ea typeface="Calibri Light" charset="0"/>
                <a:cs typeface="Calibri Light" charset="0"/>
              </a:rPr>
              <a:t>Linear Regression T-Test for Males</a:t>
            </a:r>
          </a:p>
        </p:txBody>
      </p:sp>
      <p:pic>
        <p:nvPicPr>
          <p:cNvPr id="135" name="Shape 135"/>
          <p:cNvPicPr preferRelativeResize="0"/>
          <p:nvPr/>
        </p:nvPicPr>
        <p:blipFill>
          <a:blip r:embed="rId3">
            <a:alphaModFix/>
          </a:blip>
          <a:stretch>
            <a:fillRect/>
          </a:stretch>
        </p:blipFill>
        <p:spPr>
          <a:xfrm>
            <a:off x="2623800" y="3040750"/>
            <a:ext cx="3896400" cy="29382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Shape 140"/>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a:spcBef>
                <a:spcPts val="0"/>
              </a:spcBef>
              <a:buNone/>
            </a:pPr>
            <a:r>
              <a:rPr lang="en" dirty="0">
                <a:latin typeface="Calibri Light" charset="0"/>
                <a:ea typeface="Calibri Light" charset="0"/>
                <a:cs typeface="Calibri Light" charset="0"/>
              </a:rPr>
              <a:t>Conclusion for Males</a:t>
            </a:r>
          </a:p>
        </p:txBody>
      </p:sp>
      <p:sp>
        <p:nvSpPr>
          <p:cNvPr id="141" name="Shape 141"/>
          <p:cNvSpPr txBox="1">
            <a:spLocks noGrp="1"/>
          </p:cNvSpPr>
          <p:nvPr>
            <p:ph type="body" idx="1"/>
          </p:nvPr>
        </p:nvSpPr>
        <p:spPr>
          <a:xfrm>
            <a:off x="471900" y="2558766"/>
            <a:ext cx="8222100" cy="3613500"/>
          </a:xfrm>
          <a:prstGeom prst="rect">
            <a:avLst/>
          </a:prstGeom>
        </p:spPr>
        <p:txBody>
          <a:bodyPr lIns="91425" tIns="91425" rIns="91425" bIns="91425" anchor="t" anchorCtr="0">
            <a:noAutofit/>
          </a:bodyPr>
          <a:lstStyle/>
          <a:p>
            <a:pPr lvl="0" rtl="0">
              <a:lnSpc>
                <a:spcPct val="150000"/>
              </a:lnSpc>
              <a:spcBef>
                <a:spcPts val="0"/>
              </a:spcBef>
              <a:buNone/>
            </a:pPr>
            <a:r>
              <a:rPr lang="en" sz="2400">
                <a:solidFill>
                  <a:srgbClr val="000000"/>
                </a:solidFill>
                <a:latin typeface="Calibri Light" charset="0"/>
                <a:ea typeface="Calibri Light" charset="0"/>
                <a:cs typeface="Calibri Light" charset="0"/>
                <a:sym typeface="Calibri"/>
              </a:rPr>
              <a:t>With a p value of </a:t>
            </a:r>
            <a:r>
              <a:rPr lang="en" sz="2400">
                <a:solidFill>
                  <a:schemeClr val="dk1"/>
                </a:solidFill>
                <a:latin typeface="Calibri Light" charset="0"/>
                <a:ea typeface="Calibri Light" charset="0"/>
                <a:cs typeface="Calibri Light" charset="0"/>
                <a:sym typeface="Calibri"/>
              </a:rPr>
              <a:t>0.029</a:t>
            </a:r>
            <a:r>
              <a:rPr lang="en" sz="2400">
                <a:solidFill>
                  <a:srgbClr val="000000"/>
                </a:solidFill>
                <a:latin typeface="Calibri Light" charset="0"/>
                <a:ea typeface="Calibri Light" charset="0"/>
                <a:cs typeface="Calibri Light" charset="0"/>
                <a:sym typeface="Calibri"/>
              </a:rPr>
              <a:t> we </a:t>
            </a:r>
            <a:r>
              <a:rPr lang="en" sz="2400">
                <a:solidFill>
                  <a:schemeClr val="dk1"/>
                </a:solidFill>
                <a:latin typeface="Calibri Light" charset="0"/>
                <a:ea typeface="Calibri Light" charset="0"/>
                <a:cs typeface="Calibri Light" charset="0"/>
                <a:sym typeface="Calibri"/>
              </a:rPr>
              <a:t>reject</a:t>
            </a:r>
            <a:r>
              <a:rPr lang="en" sz="2400">
                <a:solidFill>
                  <a:srgbClr val="000000"/>
                </a:solidFill>
                <a:latin typeface="Calibri Light" charset="0"/>
                <a:ea typeface="Calibri Light" charset="0"/>
                <a:cs typeface="Calibri Light" charset="0"/>
                <a:sym typeface="Calibri"/>
              </a:rPr>
              <a:t> the null hypothesis. </a:t>
            </a:r>
            <a:r>
              <a:rPr lang="en" sz="2400" dirty="0">
                <a:solidFill>
                  <a:srgbClr val="000000"/>
                </a:solidFill>
                <a:latin typeface="Calibri Light" charset="0"/>
                <a:ea typeface="Calibri Light" charset="0"/>
                <a:cs typeface="Calibri Light" charset="0"/>
                <a:sym typeface="Calibri"/>
              </a:rPr>
              <a:t>There is sufficient evidence to suggest that there is an association between Hand Size and Weight for male students at Lynbrook High School. </a:t>
            </a:r>
          </a:p>
          <a:p>
            <a:pPr lvl="0">
              <a:lnSpc>
                <a:spcPct val="150000"/>
              </a:lnSpc>
              <a:spcBef>
                <a:spcPts val="0"/>
              </a:spcBef>
              <a:buNone/>
            </a:pPr>
            <a:endParaRPr sz="2400" dirty="0">
              <a:solidFill>
                <a:srgbClr val="000000"/>
              </a:solidFill>
              <a:latin typeface="Calibri Light" charset="0"/>
              <a:ea typeface="Calibri Light" charset="0"/>
              <a:cs typeface="Calibri Light" charset="0"/>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Shape 146"/>
          <p:cNvSpPr txBox="1">
            <a:spLocks noGrp="1"/>
          </p:cNvSpPr>
          <p:nvPr>
            <p:ph type="title"/>
          </p:nvPr>
        </p:nvSpPr>
        <p:spPr>
          <a:xfrm>
            <a:off x="318499" y="21800"/>
            <a:ext cx="8606351" cy="878100"/>
          </a:xfrm>
          <a:prstGeom prst="rect">
            <a:avLst/>
          </a:prstGeom>
        </p:spPr>
        <p:txBody>
          <a:bodyPr lIns="91425" tIns="91425" rIns="91425" bIns="91425" anchor="ctr" anchorCtr="0">
            <a:noAutofit/>
          </a:bodyPr>
          <a:lstStyle/>
          <a:p>
            <a:pPr lvl="0" rtl="0">
              <a:spcBef>
                <a:spcPts val="0"/>
              </a:spcBef>
              <a:buNone/>
            </a:pPr>
            <a:r>
              <a:rPr lang="en" sz="2400" dirty="0">
                <a:latin typeface="Calibri Light" charset="0"/>
                <a:ea typeface="Calibri Light" charset="0"/>
                <a:cs typeface="Calibri Light" charset="0"/>
              </a:rPr>
              <a:t>Female Raw Data</a:t>
            </a:r>
          </a:p>
        </p:txBody>
      </p:sp>
      <p:graphicFrame>
        <p:nvGraphicFramePr>
          <p:cNvPr id="147" name="Shape 147"/>
          <p:cNvGraphicFramePr/>
          <p:nvPr>
            <p:extLst>
              <p:ext uri="{D42A27DB-BD31-4B8C-83A1-F6EECF244321}">
                <p14:modId xmlns:p14="http://schemas.microsoft.com/office/powerpoint/2010/main" val="968005634"/>
              </p:ext>
            </p:extLst>
          </p:nvPr>
        </p:nvGraphicFramePr>
        <p:xfrm>
          <a:off x="393500" y="1042716"/>
          <a:ext cx="2857500" cy="5334000"/>
        </p:xfrm>
        <a:graphic>
          <a:graphicData uri="http://schemas.openxmlformats.org/drawingml/2006/table">
            <a:tbl>
              <a:tblPr>
                <a:noFill/>
                <a:tableStyleId>{C1831DC8-52D7-4BD8-9350-F8E4EEBBF5A1}</a:tableStyleId>
              </a:tblPr>
              <a:tblGrid>
                <a:gridCol w="952500"/>
                <a:gridCol w="952500"/>
                <a:gridCol w="952500"/>
              </a:tblGrid>
              <a:tr h="266700">
                <a:tc>
                  <a:txBody>
                    <a:bodyPr/>
                    <a:lstStyle/>
                    <a:p>
                      <a:pPr lvl="0" rtl="0">
                        <a:lnSpc>
                          <a:spcPct val="115000"/>
                        </a:lnSpc>
                        <a:spcBef>
                          <a:spcPts val="0"/>
                        </a:spcBef>
                        <a:buNone/>
                      </a:pPr>
                      <a:r>
                        <a:rPr lang="en" sz="1300" b="0" i="0" dirty="0">
                          <a:solidFill>
                            <a:schemeClr val="bg2"/>
                          </a:solidFill>
                          <a:latin typeface="Calibri Light" charset="0"/>
                          <a:ea typeface="Calibri Light" charset="0"/>
                          <a:cs typeface="Calibri Light" charset="0"/>
                        </a:rPr>
                        <a:t>Gender</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Inches</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Pounds</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112</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dirty="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7.1</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130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130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7.05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112</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6.1</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140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5.9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6.15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7.2</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135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7.05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130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123</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180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130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110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dirty="0">
                          <a:solidFill>
                            <a:schemeClr val="bg2"/>
                          </a:solidFill>
                          <a:latin typeface="Calibri Light" charset="0"/>
                          <a:ea typeface="Calibri Light" charset="0"/>
                          <a:cs typeface="Calibri Light" charset="0"/>
                        </a:rPr>
                        <a:t>110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bl>
          </a:graphicData>
        </a:graphic>
      </p:graphicFrame>
      <p:graphicFrame>
        <p:nvGraphicFramePr>
          <p:cNvPr id="148" name="Shape 148"/>
          <p:cNvGraphicFramePr/>
          <p:nvPr>
            <p:extLst>
              <p:ext uri="{D42A27DB-BD31-4B8C-83A1-F6EECF244321}">
                <p14:modId xmlns:p14="http://schemas.microsoft.com/office/powerpoint/2010/main" val="13922826"/>
              </p:ext>
            </p:extLst>
          </p:nvPr>
        </p:nvGraphicFramePr>
        <p:xfrm>
          <a:off x="3888300" y="1310166"/>
          <a:ext cx="2857500" cy="3467100"/>
        </p:xfrm>
        <a:graphic>
          <a:graphicData uri="http://schemas.openxmlformats.org/drawingml/2006/table">
            <a:tbl>
              <a:tblPr>
                <a:noFill/>
                <a:tableStyleId>{C1831DC8-52D7-4BD8-9350-F8E4EEBBF5A1}</a:tableStyleId>
              </a:tblPr>
              <a:tblGrid>
                <a:gridCol w="952500"/>
                <a:gridCol w="952500"/>
                <a:gridCol w="952500"/>
              </a:tblGrid>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108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113</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dirty="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110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dirty="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130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122</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7</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94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6.9</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140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115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6.1</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90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6.4</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120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140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6.8</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150</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266700">
                <a:tc>
                  <a:txBody>
                    <a:bodyPr/>
                    <a:lstStyle/>
                    <a:p>
                      <a:pPr lvl="0" rtl="0">
                        <a:lnSpc>
                          <a:spcPct val="115000"/>
                        </a:lnSpc>
                        <a:spcBef>
                          <a:spcPts val="0"/>
                        </a:spcBef>
                        <a:buNone/>
                      </a:pPr>
                      <a:r>
                        <a:rPr lang="en" sz="1300" b="0" i="0">
                          <a:solidFill>
                            <a:schemeClr val="bg2"/>
                          </a:solidFill>
                          <a:latin typeface="Calibri Light" charset="0"/>
                          <a:ea typeface="Calibri Light" charset="0"/>
                          <a:cs typeface="Calibri Light" charset="0"/>
                        </a:rPr>
                        <a:t>Female</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a:solidFill>
                            <a:schemeClr val="bg2"/>
                          </a:solidFill>
                          <a:latin typeface="Calibri Light" charset="0"/>
                          <a:ea typeface="Calibri Light" charset="0"/>
                          <a:cs typeface="Calibri Light" charset="0"/>
                        </a:rPr>
                        <a:t>5.6</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r" rtl="0">
                        <a:lnSpc>
                          <a:spcPct val="115000"/>
                        </a:lnSpc>
                        <a:spcBef>
                          <a:spcPts val="0"/>
                        </a:spcBef>
                        <a:buNone/>
                      </a:pPr>
                      <a:r>
                        <a:rPr lang="en" sz="1300" b="0" i="0" dirty="0">
                          <a:solidFill>
                            <a:schemeClr val="bg2"/>
                          </a:solidFill>
                          <a:latin typeface="Calibri Light" charset="0"/>
                          <a:ea typeface="Calibri Light" charset="0"/>
                          <a:cs typeface="Calibri Light" charset="0"/>
                        </a:rPr>
                        <a:t>105</a:t>
                      </a:r>
                    </a:p>
                  </a:txBody>
                  <a:tcPr marL="28575" marR="28575" marT="25400" marB="2540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Shape 153"/>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rtl="0">
              <a:spcBef>
                <a:spcPts val="0"/>
              </a:spcBef>
              <a:buNone/>
            </a:pPr>
            <a:r>
              <a:rPr lang="en" dirty="0">
                <a:latin typeface="Calibri Light" charset="0"/>
                <a:ea typeface="Calibri Light" charset="0"/>
                <a:cs typeface="Calibri Light" charset="0"/>
              </a:rPr>
              <a:t>Female Scatterplot</a:t>
            </a:r>
          </a:p>
        </p:txBody>
      </p:sp>
      <p:pic>
        <p:nvPicPr>
          <p:cNvPr id="154" name="Shape 154"/>
          <p:cNvPicPr preferRelativeResize="0"/>
          <p:nvPr/>
        </p:nvPicPr>
        <p:blipFill>
          <a:blip r:embed="rId3">
            <a:alphaModFix/>
          </a:blip>
          <a:stretch>
            <a:fillRect/>
          </a:stretch>
        </p:blipFill>
        <p:spPr>
          <a:xfrm>
            <a:off x="1441600" y="2386700"/>
            <a:ext cx="6260798" cy="3023374"/>
          </a:xfrm>
          <a:prstGeom prst="rect">
            <a:avLst/>
          </a:prstGeom>
          <a:noFill/>
          <a:ln>
            <a:noFill/>
          </a:ln>
        </p:spPr>
      </p:pic>
      <p:sp>
        <p:nvSpPr>
          <p:cNvPr id="155" name="Shape 155"/>
          <p:cNvSpPr txBox="1"/>
          <p:nvPr/>
        </p:nvSpPr>
        <p:spPr>
          <a:xfrm>
            <a:off x="842450" y="5311739"/>
            <a:ext cx="7654800" cy="1419211"/>
          </a:xfrm>
          <a:prstGeom prst="rect">
            <a:avLst/>
          </a:prstGeom>
          <a:noFill/>
          <a:ln>
            <a:noFill/>
          </a:ln>
        </p:spPr>
        <p:txBody>
          <a:bodyPr lIns="91425" tIns="91425" rIns="91425" bIns="91425" anchor="t" anchorCtr="0">
            <a:noAutofit/>
          </a:bodyPr>
          <a:lstStyle/>
          <a:p>
            <a:pPr lvl="0" rtl="0">
              <a:lnSpc>
                <a:spcPct val="150000"/>
              </a:lnSpc>
              <a:spcBef>
                <a:spcPts val="0"/>
              </a:spcBef>
              <a:buNone/>
            </a:pPr>
            <a:r>
              <a:rPr lang="en" sz="2400">
                <a:solidFill>
                  <a:schemeClr val="dk1"/>
                </a:solidFill>
                <a:latin typeface="Calibri Light" charset="0"/>
                <a:ea typeface="Calibri Light" charset="0"/>
                <a:cs typeface="Calibri Light" charset="0"/>
                <a:sym typeface="Calibri"/>
              </a:rPr>
              <a:t>Linear Assumption</a:t>
            </a:r>
            <a:r>
              <a:rPr lang="en" sz="2400">
                <a:latin typeface="Calibri Light" charset="0"/>
                <a:ea typeface="Calibri Light" charset="0"/>
                <a:cs typeface="Calibri Light" charset="0"/>
                <a:sym typeface="Calibri"/>
              </a:rPr>
              <a:t>: Scatterplot is Straight Enough</a:t>
            </a:r>
          </a:p>
          <a:p>
            <a:pPr lvl="0" rtl="0">
              <a:lnSpc>
                <a:spcPct val="150000"/>
              </a:lnSpc>
              <a:spcBef>
                <a:spcPts val="0"/>
              </a:spcBef>
              <a:buNone/>
            </a:pPr>
            <a:r>
              <a:rPr lang="en" sz="2400" dirty="0">
                <a:solidFill>
                  <a:schemeClr val="dk1"/>
                </a:solidFill>
                <a:latin typeface="Calibri Light" charset="0"/>
                <a:ea typeface="Calibri Light" charset="0"/>
                <a:cs typeface="Calibri Light" charset="0"/>
                <a:sym typeface="Calibri"/>
              </a:rPr>
              <a:t>Independence</a:t>
            </a:r>
            <a:r>
              <a:rPr lang="en" sz="2400" dirty="0">
                <a:latin typeface="Calibri Light" charset="0"/>
                <a:ea typeface="Calibri Light" charset="0"/>
                <a:cs typeface="Calibri Light" charset="0"/>
                <a:sym typeface="Calibri"/>
              </a:rPr>
              <a:t>: Data of individuals shouldn’t affect another</a:t>
            </a:r>
          </a:p>
          <a:p>
            <a:pPr lvl="0" rtl="0">
              <a:lnSpc>
                <a:spcPct val="150000"/>
              </a:lnSpc>
              <a:spcBef>
                <a:spcPts val="0"/>
              </a:spcBef>
              <a:buNone/>
            </a:pPr>
            <a:endParaRPr sz="2400" dirty="0">
              <a:latin typeface="Calibri Light" charset="0"/>
              <a:ea typeface="Calibri Light" charset="0"/>
              <a:cs typeface="Calibri Light" charset="0"/>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Shape 160"/>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rtl="0">
              <a:spcBef>
                <a:spcPts val="0"/>
              </a:spcBef>
              <a:buNone/>
            </a:pPr>
            <a:r>
              <a:rPr lang="en" dirty="0">
                <a:latin typeface="Calibri Light" charset="0"/>
                <a:ea typeface="Calibri Light" charset="0"/>
                <a:cs typeface="Calibri Light" charset="0"/>
              </a:rPr>
              <a:t>Female Residuals Plot/Histogram</a:t>
            </a:r>
          </a:p>
        </p:txBody>
      </p:sp>
      <p:pic>
        <p:nvPicPr>
          <p:cNvPr id="161" name="Shape 161"/>
          <p:cNvPicPr preferRelativeResize="0"/>
          <p:nvPr/>
        </p:nvPicPr>
        <p:blipFill>
          <a:blip r:embed="rId3">
            <a:alphaModFix/>
          </a:blip>
          <a:stretch>
            <a:fillRect/>
          </a:stretch>
        </p:blipFill>
        <p:spPr>
          <a:xfrm>
            <a:off x="4496949" y="2307450"/>
            <a:ext cx="3676149" cy="2772200"/>
          </a:xfrm>
          <a:prstGeom prst="rect">
            <a:avLst/>
          </a:prstGeom>
          <a:noFill/>
          <a:ln>
            <a:noFill/>
          </a:ln>
        </p:spPr>
      </p:pic>
      <p:pic>
        <p:nvPicPr>
          <p:cNvPr id="162" name="Shape 162"/>
          <p:cNvPicPr preferRelativeResize="0"/>
          <p:nvPr/>
        </p:nvPicPr>
        <p:blipFill>
          <a:blip r:embed="rId4">
            <a:alphaModFix/>
          </a:blip>
          <a:stretch>
            <a:fillRect/>
          </a:stretch>
        </p:blipFill>
        <p:spPr>
          <a:xfrm>
            <a:off x="820800" y="2307458"/>
            <a:ext cx="3676149" cy="2772178"/>
          </a:xfrm>
          <a:prstGeom prst="rect">
            <a:avLst/>
          </a:prstGeom>
          <a:noFill/>
          <a:ln>
            <a:noFill/>
          </a:ln>
        </p:spPr>
      </p:pic>
      <p:sp>
        <p:nvSpPr>
          <p:cNvPr id="163" name="Shape 163"/>
          <p:cNvSpPr txBox="1"/>
          <p:nvPr/>
        </p:nvSpPr>
        <p:spPr>
          <a:xfrm>
            <a:off x="775850" y="4993240"/>
            <a:ext cx="7523100" cy="1657085"/>
          </a:xfrm>
          <a:prstGeom prst="rect">
            <a:avLst/>
          </a:prstGeom>
          <a:noFill/>
          <a:ln>
            <a:noFill/>
          </a:ln>
        </p:spPr>
        <p:txBody>
          <a:bodyPr lIns="91425" tIns="91425" rIns="91425" bIns="91425" anchor="t" anchorCtr="0">
            <a:noAutofit/>
          </a:bodyPr>
          <a:lstStyle/>
          <a:p>
            <a:pPr lvl="0" rtl="0">
              <a:lnSpc>
                <a:spcPct val="150000"/>
              </a:lnSpc>
              <a:spcBef>
                <a:spcPts val="0"/>
              </a:spcBef>
              <a:buNone/>
            </a:pPr>
            <a:r>
              <a:rPr lang="en" sz="2400" dirty="0">
                <a:solidFill>
                  <a:schemeClr val="dk1"/>
                </a:solidFill>
                <a:latin typeface="Calibri Light" charset="0"/>
                <a:ea typeface="Calibri Light" charset="0"/>
                <a:cs typeface="Calibri Light" charset="0"/>
                <a:sym typeface="Calibri"/>
              </a:rPr>
              <a:t>Does the Plot Thicken?</a:t>
            </a:r>
            <a:r>
              <a:rPr lang="en" sz="2400" dirty="0">
                <a:latin typeface="Calibri Light" charset="0"/>
                <a:ea typeface="Calibri Light" charset="0"/>
                <a:cs typeface="Calibri Light" charset="0"/>
                <a:sym typeface="Calibri"/>
              </a:rPr>
              <a:t>: Residuals spread is even.</a:t>
            </a:r>
          </a:p>
          <a:p>
            <a:pPr lvl="0" rtl="0">
              <a:lnSpc>
                <a:spcPct val="150000"/>
              </a:lnSpc>
              <a:spcBef>
                <a:spcPts val="0"/>
              </a:spcBef>
              <a:buNone/>
            </a:pPr>
            <a:r>
              <a:rPr lang="en" sz="2400" dirty="0">
                <a:solidFill>
                  <a:schemeClr val="dk1"/>
                </a:solidFill>
                <a:latin typeface="Calibri Light" charset="0"/>
                <a:ea typeface="Calibri Light" charset="0"/>
                <a:cs typeface="Calibri Light" charset="0"/>
                <a:sym typeface="Calibri"/>
              </a:rPr>
              <a:t>Nearly Normal</a:t>
            </a:r>
            <a:r>
              <a:rPr lang="en" sz="2400" dirty="0">
                <a:latin typeface="Calibri Light" charset="0"/>
                <a:ea typeface="Calibri Light" charset="0"/>
                <a:cs typeface="Calibri Light" charset="0"/>
                <a:sym typeface="Calibri"/>
              </a:rPr>
              <a:t>: Histogram of Residuals is roughly unimodal and  symmetric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Shape 168"/>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a:spcBef>
                <a:spcPts val="0"/>
              </a:spcBef>
              <a:buNone/>
            </a:pPr>
            <a:r>
              <a:rPr lang="en" dirty="0">
                <a:latin typeface="Calibri Light" charset="0"/>
                <a:ea typeface="Calibri Light" charset="0"/>
                <a:cs typeface="Calibri Light" charset="0"/>
              </a:rPr>
              <a:t>Linear Regression T-Test for Females</a:t>
            </a:r>
          </a:p>
        </p:txBody>
      </p:sp>
      <p:pic>
        <p:nvPicPr>
          <p:cNvPr id="169" name="Shape 169"/>
          <p:cNvPicPr preferRelativeResize="0"/>
          <p:nvPr/>
        </p:nvPicPr>
        <p:blipFill>
          <a:blip r:embed="rId3">
            <a:alphaModFix/>
          </a:blip>
          <a:stretch>
            <a:fillRect/>
          </a:stretch>
        </p:blipFill>
        <p:spPr>
          <a:xfrm>
            <a:off x="2551374" y="3055324"/>
            <a:ext cx="3967999" cy="29922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Shape 174"/>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rtl="0">
              <a:spcBef>
                <a:spcPts val="0"/>
              </a:spcBef>
              <a:buNone/>
            </a:pPr>
            <a:r>
              <a:rPr lang="en" dirty="0">
                <a:latin typeface="Calibri Light" charset="0"/>
                <a:ea typeface="Calibri Light" charset="0"/>
                <a:cs typeface="Calibri Light" charset="0"/>
              </a:rPr>
              <a:t>Conclusion for Females</a:t>
            </a:r>
          </a:p>
        </p:txBody>
      </p:sp>
      <p:sp>
        <p:nvSpPr>
          <p:cNvPr id="175" name="Shape 175"/>
          <p:cNvSpPr txBox="1">
            <a:spLocks noGrp="1"/>
          </p:cNvSpPr>
          <p:nvPr>
            <p:ph type="body" idx="1"/>
          </p:nvPr>
        </p:nvSpPr>
        <p:spPr>
          <a:xfrm>
            <a:off x="471900" y="2558766"/>
            <a:ext cx="8222100" cy="3613500"/>
          </a:xfrm>
          <a:prstGeom prst="rect">
            <a:avLst/>
          </a:prstGeom>
        </p:spPr>
        <p:txBody>
          <a:bodyPr lIns="91425" tIns="91425" rIns="91425" bIns="91425" anchor="t" anchorCtr="0">
            <a:noAutofit/>
          </a:bodyPr>
          <a:lstStyle/>
          <a:p>
            <a:pPr lvl="0" rtl="0">
              <a:lnSpc>
                <a:spcPct val="150000"/>
              </a:lnSpc>
              <a:spcBef>
                <a:spcPts val="0"/>
              </a:spcBef>
              <a:buNone/>
            </a:pPr>
            <a:r>
              <a:rPr lang="en" sz="2400" dirty="0">
                <a:solidFill>
                  <a:srgbClr val="000000"/>
                </a:solidFill>
                <a:latin typeface="Calibri Light" charset="0"/>
                <a:ea typeface="Calibri Light" charset="0"/>
                <a:cs typeface="Calibri Light" charset="0"/>
                <a:sym typeface="Calibri"/>
              </a:rPr>
              <a:t>With a p value of </a:t>
            </a:r>
            <a:r>
              <a:rPr lang="en" sz="2400" dirty="0">
                <a:solidFill>
                  <a:schemeClr val="dk1"/>
                </a:solidFill>
                <a:latin typeface="Calibri Light" charset="0"/>
                <a:ea typeface="Calibri Light" charset="0"/>
                <a:cs typeface="Calibri Light" charset="0"/>
                <a:sym typeface="Calibri"/>
              </a:rPr>
              <a:t>0.064</a:t>
            </a:r>
            <a:r>
              <a:rPr lang="en" sz="2400" dirty="0">
                <a:solidFill>
                  <a:srgbClr val="000000"/>
                </a:solidFill>
                <a:latin typeface="Calibri Light" charset="0"/>
                <a:ea typeface="Calibri Light" charset="0"/>
                <a:cs typeface="Calibri Light" charset="0"/>
                <a:sym typeface="Calibri"/>
              </a:rPr>
              <a:t> we </a:t>
            </a:r>
            <a:r>
              <a:rPr lang="en" sz="2400" dirty="0">
                <a:solidFill>
                  <a:schemeClr val="dk1"/>
                </a:solidFill>
                <a:latin typeface="Calibri Light" charset="0"/>
                <a:ea typeface="Calibri Light" charset="0"/>
                <a:cs typeface="Calibri Light" charset="0"/>
                <a:sym typeface="Calibri"/>
              </a:rPr>
              <a:t>fail to reject</a:t>
            </a:r>
            <a:r>
              <a:rPr lang="en" sz="2400" dirty="0">
                <a:solidFill>
                  <a:srgbClr val="000000"/>
                </a:solidFill>
                <a:latin typeface="Calibri Light" charset="0"/>
                <a:ea typeface="Calibri Light" charset="0"/>
                <a:cs typeface="Calibri Light" charset="0"/>
                <a:sym typeface="Calibri"/>
              </a:rPr>
              <a:t> the null hypothesis. There is insufficient evidence to suggest that there is an association between Hand Size and Weight for female students at Lynbrook High School.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Shape 180"/>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a:spcBef>
                <a:spcPts val="0"/>
              </a:spcBef>
              <a:buNone/>
            </a:pPr>
            <a:r>
              <a:rPr lang="en" dirty="0">
                <a:latin typeface="Calibri Light" charset="0"/>
                <a:ea typeface="Calibri Light" charset="0"/>
                <a:cs typeface="Calibri Light" charset="0"/>
              </a:rPr>
              <a:t>Overall Conclusions</a:t>
            </a:r>
          </a:p>
        </p:txBody>
      </p:sp>
      <p:sp>
        <p:nvSpPr>
          <p:cNvPr id="181" name="Shape 181"/>
          <p:cNvSpPr txBox="1">
            <a:spLocks noGrp="1"/>
          </p:cNvSpPr>
          <p:nvPr>
            <p:ph type="body" idx="1"/>
          </p:nvPr>
        </p:nvSpPr>
        <p:spPr>
          <a:xfrm>
            <a:off x="471900" y="2558766"/>
            <a:ext cx="8222100" cy="3613500"/>
          </a:xfrm>
          <a:prstGeom prst="rect">
            <a:avLst/>
          </a:prstGeom>
        </p:spPr>
        <p:txBody>
          <a:bodyPr lIns="91425" tIns="91425" rIns="91425" bIns="91425" anchor="t" anchorCtr="0">
            <a:noAutofit/>
          </a:bodyPr>
          <a:lstStyle/>
          <a:p>
            <a:pPr lvl="0" rtl="0">
              <a:lnSpc>
                <a:spcPct val="150000"/>
              </a:lnSpc>
              <a:spcBef>
                <a:spcPts val="0"/>
              </a:spcBef>
              <a:buNone/>
            </a:pPr>
            <a:r>
              <a:rPr lang="en" sz="2400" dirty="0">
                <a:solidFill>
                  <a:schemeClr val="dk1"/>
                </a:solidFill>
                <a:latin typeface="Calibri Light" charset="0"/>
                <a:ea typeface="Calibri Light" charset="0"/>
                <a:cs typeface="Calibri Light" charset="0"/>
                <a:sym typeface="Calibri"/>
              </a:rPr>
              <a:t>Rejected</a:t>
            </a:r>
            <a:r>
              <a:rPr lang="en" sz="2400" dirty="0">
                <a:solidFill>
                  <a:srgbClr val="000000"/>
                </a:solidFill>
                <a:latin typeface="Calibri Light" charset="0"/>
                <a:ea typeface="Calibri Light" charset="0"/>
                <a:cs typeface="Calibri Light" charset="0"/>
                <a:sym typeface="Calibri"/>
              </a:rPr>
              <a:t> the null hypothesis for Males and </a:t>
            </a:r>
            <a:r>
              <a:rPr lang="en" sz="2400" dirty="0">
                <a:solidFill>
                  <a:schemeClr val="dk1"/>
                </a:solidFill>
                <a:latin typeface="Calibri Light" charset="0"/>
                <a:ea typeface="Calibri Light" charset="0"/>
                <a:cs typeface="Calibri Light" charset="0"/>
                <a:sym typeface="Calibri"/>
              </a:rPr>
              <a:t>failed to reject</a:t>
            </a:r>
            <a:r>
              <a:rPr lang="en" sz="2400" dirty="0">
                <a:solidFill>
                  <a:srgbClr val="000000"/>
                </a:solidFill>
                <a:latin typeface="Calibri Light" charset="0"/>
                <a:ea typeface="Calibri Light" charset="0"/>
                <a:cs typeface="Calibri Light" charset="0"/>
                <a:sym typeface="Calibri"/>
              </a:rPr>
              <a:t> for females. For males, it’s possible that for males with bigger hands may be more inclined to exercise or work out. Unsure as to why there is possibly no association for females.</a:t>
            </a:r>
          </a:p>
          <a:p>
            <a:pPr lvl="0">
              <a:spcBef>
                <a:spcPts val="0"/>
              </a:spcBef>
              <a:buNone/>
            </a:pPr>
            <a:endParaRPr sz="2400" dirty="0">
              <a:latin typeface="Calibri Light" charset="0"/>
              <a:ea typeface="Calibri Light" charset="0"/>
              <a:cs typeface="Calibri Light"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Shape 186"/>
          <p:cNvSpPr txBox="1">
            <a:spLocks noGrp="1"/>
          </p:cNvSpPr>
          <p:nvPr>
            <p:ph type="title"/>
          </p:nvPr>
        </p:nvSpPr>
        <p:spPr>
          <a:xfrm>
            <a:off x="471900" y="984966"/>
            <a:ext cx="8222100" cy="1023600"/>
          </a:xfrm>
          <a:prstGeom prst="rect">
            <a:avLst/>
          </a:prstGeom>
        </p:spPr>
        <p:txBody>
          <a:bodyPr lIns="91425" tIns="91425" rIns="91425" bIns="91425" anchor="b" anchorCtr="0">
            <a:noAutofit/>
          </a:bodyPr>
          <a:lstStyle/>
          <a:p>
            <a:pPr lvl="0">
              <a:spcBef>
                <a:spcPts val="0"/>
              </a:spcBef>
              <a:buNone/>
            </a:pPr>
            <a:r>
              <a:rPr lang="en" dirty="0">
                <a:latin typeface="Calibri Light" charset="0"/>
                <a:ea typeface="Calibri Light" charset="0"/>
                <a:cs typeface="Calibri Light" charset="0"/>
              </a:rPr>
              <a:t>Potential Errors</a:t>
            </a:r>
          </a:p>
        </p:txBody>
      </p:sp>
      <p:sp>
        <p:nvSpPr>
          <p:cNvPr id="187" name="Shape 187"/>
          <p:cNvSpPr txBox="1">
            <a:spLocks noGrp="1"/>
          </p:cNvSpPr>
          <p:nvPr>
            <p:ph type="body" idx="1"/>
          </p:nvPr>
        </p:nvSpPr>
        <p:spPr>
          <a:xfrm>
            <a:off x="471900" y="2558766"/>
            <a:ext cx="8222100" cy="3613500"/>
          </a:xfrm>
          <a:prstGeom prst="rect">
            <a:avLst/>
          </a:prstGeom>
        </p:spPr>
        <p:txBody>
          <a:bodyPr lIns="91425" tIns="91425" rIns="91425" bIns="91425" anchor="t" anchorCtr="0">
            <a:noAutofit/>
          </a:bodyPr>
          <a:lstStyle/>
          <a:p>
            <a:pPr lvl="0" rtl="0">
              <a:spcBef>
                <a:spcPts val="0"/>
              </a:spcBef>
              <a:buNone/>
            </a:pPr>
            <a:r>
              <a:rPr lang="en" sz="2400" dirty="0">
                <a:solidFill>
                  <a:schemeClr val="dk1"/>
                </a:solidFill>
                <a:latin typeface="Calibri Light" charset="0"/>
                <a:ea typeface="Calibri Light" charset="0"/>
                <a:cs typeface="Calibri Light" charset="0"/>
              </a:rPr>
              <a:t>Non-Response Bias</a:t>
            </a:r>
            <a:r>
              <a:rPr lang="en" sz="2400" dirty="0">
                <a:solidFill>
                  <a:srgbClr val="000000"/>
                </a:solidFill>
                <a:latin typeface="Calibri Light" charset="0"/>
                <a:ea typeface="Calibri Light" charset="0"/>
                <a:cs typeface="Calibri Light" charset="0"/>
              </a:rPr>
              <a:t> — not everyone who’s selected responded to our survey. People with higher than average weight may be </a:t>
            </a:r>
            <a:r>
              <a:rPr lang="en" sz="2400" dirty="0">
                <a:solidFill>
                  <a:schemeClr val="dk1"/>
                </a:solidFill>
                <a:latin typeface="Calibri Light" charset="0"/>
                <a:ea typeface="Calibri Light" charset="0"/>
                <a:cs typeface="Calibri Light" charset="0"/>
              </a:rPr>
              <a:t>underrepresented</a:t>
            </a:r>
            <a:r>
              <a:rPr lang="en" sz="2400" dirty="0">
                <a:solidFill>
                  <a:srgbClr val="000000"/>
                </a:solidFill>
                <a:latin typeface="Calibri Light" charset="0"/>
                <a:ea typeface="Calibri Light" charset="0"/>
                <a:cs typeface="Calibri Light" charset="0"/>
              </a:rPr>
              <a:t> in this study.</a:t>
            </a:r>
          </a:p>
          <a:p>
            <a:pPr lvl="0" rtl="0">
              <a:spcBef>
                <a:spcPts val="0"/>
              </a:spcBef>
              <a:buNone/>
            </a:pPr>
            <a:r>
              <a:rPr lang="en" sz="2400" dirty="0">
                <a:solidFill>
                  <a:schemeClr val="dk1"/>
                </a:solidFill>
                <a:latin typeface="Calibri Light" charset="0"/>
                <a:ea typeface="Calibri Light" charset="0"/>
                <a:cs typeface="Calibri Light" charset="0"/>
              </a:rPr>
              <a:t>Response Bias </a:t>
            </a:r>
            <a:r>
              <a:rPr lang="en" sz="2400" dirty="0">
                <a:solidFill>
                  <a:srgbClr val="000000"/>
                </a:solidFill>
                <a:latin typeface="Calibri Light" charset="0"/>
                <a:ea typeface="Calibri Light" charset="0"/>
                <a:cs typeface="Calibri Light" charset="0"/>
              </a:rPr>
              <a:t>— though anonymous, people may be inclined to lie about such a sensitive information </a:t>
            </a:r>
          </a:p>
          <a:p>
            <a:pPr lvl="0">
              <a:spcBef>
                <a:spcPts val="0"/>
              </a:spcBef>
              <a:buNone/>
            </a:pPr>
            <a:endParaRPr dirty="0">
              <a:latin typeface="Calibri Light" charset="0"/>
              <a:ea typeface="Calibri Light" charset="0"/>
              <a:cs typeface="Calibri Light"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Shape 192"/>
          <p:cNvSpPr txBox="1">
            <a:spLocks noGrp="1"/>
          </p:cNvSpPr>
          <p:nvPr>
            <p:ph type="title"/>
          </p:nvPr>
        </p:nvSpPr>
        <p:spPr>
          <a:xfrm>
            <a:off x="490250" y="651000"/>
            <a:ext cx="6227100" cy="5454300"/>
          </a:xfrm>
          <a:prstGeom prst="rect">
            <a:avLst/>
          </a:prstGeom>
        </p:spPr>
        <p:txBody>
          <a:bodyPr lIns="91425" tIns="91425" rIns="91425" bIns="91425" anchor="ctr" anchorCtr="0">
            <a:noAutofit/>
          </a:bodyPr>
          <a:lstStyle/>
          <a:p>
            <a:pPr lvl="0">
              <a:spcBef>
                <a:spcPts val="0"/>
              </a:spcBef>
              <a:buNone/>
            </a:pPr>
            <a:r>
              <a:rPr lang="en" dirty="0">
                <a:latin typeface="Calibri Light" charset="0"/>
                <a:ea typeface="Calibri Light" charset="0"/>
                <a:cs typeface="Calibri Light" charset="0"/>
              </a:rPr>
              <a:t>Thank You!</a:t>
            </a:r>
          </a:p>
          <a:p>
            <a:pPr lvl="0">
              <a:spcBef>
                <a:spcPts val="0"/>
              </a:spcBef>
              <a:buNone/>
            </a:pPr>
            <a:r>
              <a:rPr lang="en" dirty="0">
                <a:latin typeface="Calibri Light" charset="0"/>
                <a:ea typeface="Calibri Light" charset="0"/>
                <a:cs typeface="Calibri Light" charset="0"/>
              </a:rPr>
              <a:t>Questions?</a:t>
            </a:r>
          </a:p>
        </p:txBody>
      </p:sp>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936</Words>
  <Application>Microsoft Macintosh PowerPoint</Application>
  <PresentationFormat>On-screen Show (4:3)</PresentationFormat>
  <Paragraphs>536</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Roboto</vt:lpstr>
      <vt:lpstr>Calibri Light</vt:lpstr>
      <vt:lpstr>Arial</vt:lpstr>
      <vt:lpstr>Calibri</vt:lpstr>
      <vt:lpstr>material</vt:lpstr>
      <vt:lpstr>What is the Relationship Between Hand Size and Weight?</vt:lpstr>
      <vt:lpstr>Background</vt:lpstr>
      <vt:lpstr>Our Survey</vt:lpstr>
      <vt:lpstr>Our Hypothesis</vt:lpstr>
      <vt:lpstr>Data Collection</vt:lpstr>
      <vt:lpstr>Selected Students</vt:lpstr>
      <vt:lpstr>Data Collection</vt:lpstr>
      <vt:lpstr>Male Raw Data</vt:lpstr>
      <vt:lpstr>Male Scatterplot</vt:lpstr>
      <vt:lpstr>Male Residuals Plot/Histogram</vt:lpstr>
      <vt:lpstr>Linear Regression T-Test for Males</vt:lpstr>
      <vt:lpstr>Conclusion for Males</vt:lpstr>
      <vt:lpstr>Female Raw Data</vt:lpstr>
      <vt:lpstr>Female Scatterplot</vt:lpstr>
      <vt:lpstr>Female Residuals Plot/Histogram</vt:lpstr>
      <vt:lpstr>Linear Regression T-Test for Females</vt:lpstr>
      <vt:lpstr>Conclusion for Females</vt:lpstr>
      <vt:lpstr>Overall Conclusions</vt:lpstr>
      <vt:lpstr>Potential Errors</vt:lpstr>
      <vt:lpstr>Thank You! Questions?</vt:lpstr>
    </vt:vector>
  </TitlesOfParts>
  <LinksUpToDate>false</LinksUpToDate>
  <SharedDoc>false</SharedDoc>
  <HyperlinksChanged>false</HyperlinksChanged>
  <AppVersion>15.0031</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the Relationship Between Hand Size and Weight?</dc:title>
  <cp:lastModifiedBy>Brian Lin</cp:lastModifiedBy>
  <cp:revision>4</cp:revision>
  <dcterms:modified xsi:type="dcterms:W3CDTF">2017-05-22T06:44:19Z</dcterms:modified>
</cp:coreProperties>
</file>